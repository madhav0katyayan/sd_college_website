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306" r:id="rId4"/>
    <p:sldId id="279" r:id="rId5"/>
    <p:sldId id="280" r:id="rId6"/>
    <p:sldId id="281" r:id="rId7"/>
    <p:sldId id="318" r:id="rId8"/>
    <p:sldId id="319" r:id="rId9"/>
    <p:sldId id="317" r:id="rId10"/>
    <p:sldId id="284" r:id="rId11"/>
    <p:sldId id="300" r:id="rId12"/>
    <p:sldId id="285" r:id="rId13"/>
    <p:sldId id="301" r:id="rId14"/>
    <p:sldId id="302" r:id="rId15"/>
    <p:sldId id="303" r:id="rId16"/>
    <p:sldId id="304" r:id="rId17"/>
    <p:sldId id="307" r:id="rId18"/>
    <p:sldId id="308" r:id="rId19"/>
    <p:sldId id="309" r:id="rId20"/>
    <p:sldId id="310" r:id="rId21"/>
    <p:sldId id="311" r:id="rId22"/>
    <p:sldId id="312" r:id="rId23"/>
    <p:sldId id="320" r:id="rId24"/>
    <p:sldId id="288" r:id="rId25"/>
    <p:sldId id="296" r:id="rId26"/>
    <p:sldId id="299" r:id="rId2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78" d="100"/>
          <a:sy n="78" d="100"/>
        </p:scale>
        <p:origin x="-1536" y="-84"/>
      </p:cViewPr>
      <p:guideLst>
        <p:guide orient="horz" pos="2880"/>
        <p:guide pos="216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4250435"/>
            <a:ext cx="12192000" cy="2607564"/>
          </a:xfrm>
          <a:prstGeom prst="rect">
            <a:avLst/>
          </a:prstGeom>
        </p:spPr>
      </p:pic>
      <p:sp>
        <p:nvSpPr>
          <p:cNvPr id="17" name="bg object 17"/>
          <p:cNvSpPr/>
          <p:nvPr/>
        </p:nvSpPr>
        <p:spPr>
          <a:xfrm>
            <a:off x="1379219" y="4878323"/>
            <a:ext cx="144780" cy="1979930"/>
          </a:xfrm>
          <a:custGeom>
            <a:avLst/>
            <a:gdLst/>
            <a:ahLst/>
            <a:cxnLst/>
            <a:rect l="l" t="t" r="r" b="b"/>
            <a:pathLst>
              <a:path w="144780" h="1979929">
                <a:moveTo>
                  <a:pt x="144780" y="0"/>
                </a:moveTo>
                <a:lnTo>
                  <a:pt x="0" y="0"/>
                </a:lnTo>
                <a:lnTo>
                  <a:pt x="0" y="1979676"/>
                </a:lnTo>
                <a:lnTo>
                  <a:pt x="144780" y="1979676"/>
                </a:lnTo>
                <a:lnTo>
                  <a:pt x="144780" y="0"/>
                </a:lnTo>
                <a:close/>
              </a:path>
            </a:pathLst>
          </a:custGeom>
          <a:solidFill>
            <a:srgbClr val="FFFFFF"/>
          </a:solidFill>
        </p:spPr>
        <p:txBody>
          <a:bodyPr wrap="square" lIns="0" tIns="0" rIns="0" bIns="0" rtlCol="0"/>
          <a:lstStyle/>
          <a:p/>
        </p:txBody>
      </p:sp>
      <p:sp>
        <p:nvSpPr>
          <p:cNvPr id="18" name="bg object 18"/>
          <p:cNvSpPr/>
          <p:nvPr/>
        </p:nvSpPr>
        <p:spPr>
          <a:xfrm>
            <a:off x="1957577" y="5795009"/>
            <a:ext cx="930910" cy="0"/>
          </a:xfrm>
          <a:custGeom>
            <a:avLst/>
            <a:gdLst/>
            <a:ahLst/>
            <a:cxnLst/>
            <a:rect l="l" t="t" r="r" b="b"/>
            <a:pathLst>
              <a:path w="930910">
                <a:moveTo>
                  <a:pt x="0" y="0"/>
                </a:moveTo>
                <a:lnTo>
                  <a:pt x="930402" y="0"/>
                </a:lnTo>
              </a:path>
            </a:pathLst>
          </a:custGeom>
          <a:ln w="25400">
            <a:solidFill>
              <a:srgbClr val="44536A"/>
            </a:solidFill>
          </a:ln>
        </p:spPr>
        <p:txBody>
          <a:bodyPr wrap="square" lIns="0" tIns="0" rIns="0" bIns="0" rtlCol="0"/>
          <a:lstStyle/>
          <a:p/>
        </p:txBody>
      </p:sp>
      <p:sp>
        <p:nvSpPr>
          <p:cNvPr id="19" name="bg object 19"/>
          <p:cNvSpPr/>
          <p:nvPr/>
        </p:nvSpPr>
        <p:spPr>
          <a:xfrm>
            <a:off x="11077193" y="761"/>
            <a:ext cx="0" cy="1371600"/>
          </a:xfrm>
          <a:custGeom>
            <a:avLst/>
            <a:gdLst/>
            <a:ahLst/>
            <a:cxnLst/>
            <a:rect l="l" t="t" r="r" b="b"/>
            <a:pathLst>
              <a:path h="1371600">
                <a:moveTo>
                  <a:pt x="0" y="1371600"/>
                </a:moveTo>
                <a:lnTo>
                  <a:pt x="0" y="0"/>
                </a:lnTo>
              </a:path>
            </a:pathLst>
          </a:custGeom>
          <a:ln w="25400">
            <a:solidFill>
              <a:srgbClr val="E7E6E6"/>
            </a:solidFill>
          </a:ln>
        </p:spPr>
        <p:txBody>
          <a:bodyPr wrap="square" lIns="0" tIns="0" rIns="0" bIns="0" rtlCol="0"/>
          <a:lstStyle/>
          <a:p/>
        </p:txBody>
      </p:sp>
      <p:sp>
        <p:nvSpPr>
          <p:cNvPr id="2" name="Holder 2"/>
          <p:cNvSpPr>
            <a:spLocks noGrp="1"/>
          </p:cNvSpPr>
          <p:nvPr>
            <p:ph type="ctrTitle"/>
          </p:nvPr>
        </p:nvSpPr>
        <p:spPr>
          <a:xfrm>
            <a:off x="2560066" y="504901"/>
            <a:ext cx="6544309" cy="878840"/>
          </a:xfrm>
          <a:prstGeom prst="rect">
            <a:avLst/>
          </a:prstGeom>
        </p:spPr>
        <p:txBody>
          <a:bodyPr wrap="square" lIns="0" tIns="0" rIns="0" bIns="0">
            <a:spAutoFit/>
          </a:bodyPr>
          <a:lstStyle>
            <a:lvl1pPr>
              <a:defRPr sz="4000" b="1" i="0">
                <a:solidFill>
                  <a:srgbClr val="843B0C"/>
                </a:solidFill>
                <a:latin typeface="Arial" panose="020B0604020202020204"/>
                <a:cs typeface="Arial" panose="020B0604020202020204"/>
              </a:defRPr>
            </a:lvl1pPr>
          </a:lstStyle>
          <a:p/>
        </p:txBody>
      </p:sp>
      <p:sp>
        <p:nvSpPr>
          <p:cNvPr id="3" name="Holder 3"/>
          <p:cNvSpPr>
            <a:spLocks noGrp="1"/>
          </p:cNvSpPr>
          <p:nvPr>
            <p:ph type="subTitle" idx="4"/>
          </p:nvPr>
        </p:nvSpPr>
        <p:spPr>
          <a:xfrm>
            <a:off x="1985010" y="4298060"/>
            <a:ext cx="4883150" cy="863600"/>
          </a:xfrm>
          <a:prstGeom prst="rect">
            <a:avLst/>
          </a:prstGeom>
        </p:spPr>
        <p:txBody>
          <a:bodyPr wrap="square" lIns="0" tIns="0" rIns="0" bIns="0">
            <a:spAutoFit/>
          </a:bodyPr>
          <a:lstStyle>
            <a:lvl1pPr>
              <a:defRPr sz="1400" b="1" i="0">
                <a:solidFill>
                  <a:srgbClr val="001F5F"/>
                </a:solidFill>
                <a:latin typeface="Arial" panose="020B0604020202020204"/>
                <a:cs typeface="Arial" panose="020B06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843B0C"/>
                </a:solidFill>
                <a:latin typeface="Arial" panose="020B0604020202020204"/>
                <a:cs typeface="Arial" panose="020B0604020202020204"/>
              </a:defRPr>
            </a:lvl1pPr>
          </a:lstStyle>
          <a:p/>
        </p:txBody>
      </p:sp>
      <p:sp>
        <p:nvSpPr>
          <p:cNvPr id="3" name="Holder 3"/>
          <p:cNvSpPr>
            <a:spLocks noGrp="1"/>
          </p:cNvSpPr>
          <p:nvPr>
            <p:ph type="body" idx="1"/>
          </p:nvPr>
        </p:nvSpPr>
        <p:spPr/>
        <p:txBody>
          <a:bodyPr lIns="0" tIns="0" rIns="0" bIns="0"/>
          <a:lstStyle>
            <a:lvl1pPr>
              <a:defRPr sz="1400" b="1" i="0">
                <a:solidFill>
                  <a:srgbClr val="001F5F"/>
                </a:solidFill>
                <a:latin typeface="Arial" panose="020B0604020202020204"/>
                <a:cs typeface="Arial" panose="020B0604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000" b="1" i="0">
                <a:solidFill>
                  <a:srgbClr val="843B0C"/>
                </a:solidFill>
                <a:latin typeface="Arial" panose="020B0604020202020204"/>
                <a:cs typeface="Arial" panose="020B0604020202020204"/>
              </a:defRPr>
            </a:lvl1pPr>
          </a:lstStyle>
          <a:p/>
        </p:txBody>
      </p:sp>
      <p:sp>
        <p:nvSpPr>
          <p:cNvPr id="3" name="Holder 3"/>
          <p:cNvSpPr>
            <a:spLocks noGrp="1"/>
          </p:cNvSpPr>
          <p:nvPr>
            <p:ph sz="half" idx="2"/>
          </p:nvPr>
        </p:nvSpPr>
        <p:spPr>
          <a:xfrm>
            <a:off x="1158646" y="1192784"/>
            <a:ext cx="4039235" cy="4761865"/>
          </a:xfrm>
          <a:prstGeom prst="rect">
            <a:avLst/>
          </a:prstGeom>
        </p:spPr>
        <p:txBody>
          <a:bodyPr wrap="square" lIns="0" tIns="0" rIns="0" bIns="0">
            <a:spAutoFit/>
          </a:bodyPr>
          <a:lstStyle>
            <a:lvl1pPr>
              <a:defRPr sz="1800" b="1" i="0">
                <a:solidFill>
                  <a:schemeClr val="tx1"/>
                </a:solidFill>
                <a:latin typeface="Arial" panose="020B0604020202020204"/>
                <a:cs typeface="Arial" panose="020B0604020202020204"/>
              </a:defRPr>
            </a:lvl1pPr>
          </a:lstStyle>
          <a:p/>
        </p:txBody>
      </p:sp>
      <p:sp>
        <p:nvSpPr>
          <p:cNvPr id="4" name="Holder 4"/>
          <p:cNvSpPr>
            <a:spLocks noGrp="1"/>
          </p:cNvSpPr>
          <p:nvPr>
            <p:ph sz="half" idx="3"/>
          </p:nvPr>
        </p:nvSpPr>
        <p:spPr>
          <a:xfrm>
            <a:off x="6769354" y="1189990"/>
            <a:ext cx="5161280" cy="4762500"/>
          </a:xfrm>
          <a:prstGeom prst="rect">
            <a:avLst/>
          </a:prstGeom>
        </p:spPr>
        <p:txBody>
          <a:bodyPr wrap="square" lIns="0" tIns="0" rIns="0" bIns="0">
            <a:spAutoFit/>
          </a:bodyPr>
          <a:lstStyle>
            <a:lvl1pPr>
              <a:defRPr sz="1800" b="1" i="0">
                <a:solidFill>
                  <a:schemeClr val="tx1"/>
                </a:solidFill>
                <a:latin typeface="Arial" panose="020B0604020202020204"/>
                <a:cs typeface="Arial" panose="020B0604020202020204"/>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showMasterSp="0">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sp>
        <p:nvSpPr>
          <p:cNvPr id="17" name="bg object 17"/>
          <p:cNvSpPr/>
          <p:nvPr/>
        </p:nvSpPr>
        <p:spPr>
          <a:xfrm>
            <a:off x="687323" y="0"/>
            <a:ext cx="71755" cy="2880360"/>
          </a:xfrm>
          <a:custGeom>
            <a:avLst/>
            <a:gdLst/>
            <a:ahLst/>
            <a:cxnLst/>
            <a:rect l="l" t="t" r="r" b="b"/>
            <a:pathLst>
              <a:path w="71754" h="2880360">
                <a:moveTo>
                  <a:pt x="71628" y="0"/>
                </a:moveTo>
                <a:lnTo>
                  <a:pt x="0" y="0"/>
                </a:lnTo>
                <a:lnTo>
                  <a:pt x="0" y="2880360"/>
                </a:lnTo>
                <a:lnTo>
                  <a:pt x="71628" y="2880360"/>
                </a:lnTo>
                <a:lnTo>
                  <a:pt x="71628" y="0"/>
                </a:lnTo>
                <a:close/>
              </a:path>
            </a:pathLst>
          </a:custGeom>
          <a:solidFill>
            <a:srgbClr val="FFFFFF"/>
          </a:solidFill>
        </p:spPr>
        <p:txBody>
          <a:bodyPr wrap="square" lIns="0" tIns="0" rIns="0" bIns="0" rtlCol="0"/>
          <a:lstStyle/>
          <a:p/>
        </p:txBody>
      </p:sp>
      <p:sp>
        <p:nvSpPr>
          <p:cNvPr id="18" name="bg object 18"/>
          <p:cNvSpPr/>
          <p:nvPr/>
        </p:nvSpPr>
        <p:spPr>
          <a:xfrm>
            <a:off x="1069086" y="3170682"/>
            <a:ext cx="631190" cy="0"/>
          </a:xfrm>
          <a:custGeom>
            <a:avLst/>
            <a:gdLst/>
            <a:ahLst/>
            <a:cxnLst/>
            <a:rect l="l" t="t" r="r" b="b"/>
            <a:pathLst>
              <a:path w="631189">
                <a:moveTo>
                  <a:pt x="0" y="0"/>
                </a:moveTo>
                <a:lnTo>
                  <a:pt x="630936" y="0"/>
                </a:lnTo>
              </a:path>
            </a:pathLst>
          </a:custGeom>
          <a:ln w="19050">
            <a:solidFill>
              <a:srgbClr val="44536A"/>
            </a:solidFill>
          </a:ln>
        </p:spPr>
        <p:txBody>
          <a:bodyPr wrap="square" lIns="0" tIns="0" rIns="0" bIns="0" rtlCol="0"/>
          <a:lstStyle/>
          <a:p/>
        </p:txBody>
      </p:sp>
      <p:sp>
        <p:nvSpPr>
          <p:cNvPr id="19" name="bg object 19"/>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20" name="bg object 20"/>
          <p:cNvSpPr/>
          <p:nvPr/>
        </p:nvSpPr>
        <p:spPr>
          <a:xfrm>
            <a:off x="761" y="6168390"/>
            <a:ext cx="1765300" cy="0"/>
          </a:xfrm>
          <a:custGeom>
            <a:avLst/>
            <a:gdLst/>
            <a:ahLst/>
            <a:cxnLst/>
            <a:rect l="l" t="t" r="r" b="b"/>
            <a:pathLst>
              <a:path w="1765300">
                <a:moveTo>
                  <a:pt x="0" y="0"/>
                </a:moveTo>
                <a:lnTo>
                  <a:pt x="1764792" y="0"/>
                </a:lnTo>
              </a:path>
            </a:pathLst>
          </a:custGeom>
          <a:ln w="19050">
            <a:solidFill>
              <a:srgbClr val="44536A"/>
            </a:solidFill>
          </a:ln>
        </p:spPr>
        <p:txBody>
          <a:bodyPr wrap="square" lIns="0" tIns="0" rIns="0" bIns="0" rtlCol="0"/>
          <a:lstStyle/>
          <a:p/>
        </p:txBody>
      </p:sp>
      <p:sp>
        <p:nvSpPr>
          <p:cNvPr id="21" name="bg object 21"/>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sp>
        <p:nvSpPr>
          <p:cNvPr id="2" name="Holder 2"/>
          <p:cNvSpPr>
            <a:spLocks noGrp="1"/>
          </p:cNvSpPr>
          <p:nvPr>
            <p:ph type="title"/>
          </p:nvPr>
        </p:nvSpPr>
        <p:spPr/>
        <p:txBody>
          <a:bodyPr lIns="0" tIns="0" rIns="0" bIns="0"/>
          <a:lstStyle>
            <a:lvl1pPr>
              <a:defRPr sz="4000" b="1" i="0">
                <a:solidFill>
                  <a:srgbClr val="843B0C"/>
                </a:solidFill>
                <a:latin typeface="Arial" panose="020B0604020202020204"/>
                <a:cs typeface="Arial" panose="020B0604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showMasterSp="0">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0" y="0"/>
            <a:ext cx="12192000" cy="6858000"/>
          </a:xfrm>
          <a:prstGeom prst="rect">
            <a:avLst/>
          </a:prstGeom>
        </p:spPr>
      </p:pic>
      <p:sp>
        <p:nvSpPr>
          <p:cNvPr id="17" name="bg object 17"/>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18" name="bg object 18"/>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19" name="bg object 19"/>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image" Target="../media/image2.png"/><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6" cstate="print"/>
          <a:stretch>
            <a:fillRect/>
          </a:stretch>
        </p:blipFill>
        <p:spPr>
          <a:xfrm>
            <a:off x="0" y="0"/>
            <a:ext cx="12192000" cy="6858000"/>
          </a:xfrm>
          <a:prstGeom prst="rect">
            <a:avLst/>
          </a:prstGeom>
        </p:spPr>
      </p:pic>
      <p:sp>
        <p:nvSpPr>
          <p:cNvPr id="2" name="Holder 2"/>
          <p:cNvSpPr>
            <a:spLocks noGrp="1"/>
          </p:cNvSpPr>
          <p:nvPr>
            <p:ph type="title"/>
          </p:nvPr>
        </p:nvSpPr>
        <p:spPr>
          <a:xfrm>
            <a:off x="-136550" y="274777"/>
            <a:ext cx="12465100" cy="1183640"/>
          </a:xfrm>
          <a:prstGeom prst="rect">
            <a:avLst/>
          </a:prstGeom>
        </p:spPr>
        <p:txBody>
          <a:bodyPr wrap="square" lIns="0" tIns="0" rIns="0" bIns="0">
            <a:spAutoFit/>
          </a:bodyPr>
          <a:lstStyle>
            <a:lvl1pPr>
              <a:defRPr sz="4000" b="1" i="0">
                <a:solidFill>
                  <a:srgbClr val="843B0C"/>
                </a:solidFill>
                <a:latin typeface="Arial" panose="020B0604020202020204"/>
                <a:cs typeface="Arial" panose="020B0604020202020204"/>
              </a:defRPr>
            </a:lvl1pPr>
          </a:lstStyle>
          <a:p/>
        </p:txBody>
      </p:sp>
      <p:sp>
        <p:nvSpPr>
          <p:cNvPr id="3" name="Holder 3"/>
          <p:cNvSpPr>
            <a:spLocks noGrp="1"/>
          </p:cNvSpPr>
          <p:nvPr>
            <p:ph type="body" idx="1"/>
          </p:nvPr>
        </p:nvSpPr>
        <p:spPr>
          <a:xfrm>
            <a:off x="5906261" y="1823720"/>
            <a:ext cx="5974080" cy="4644390"/>
          </a:xfrm>
          <a:prstGeom prst="rect">
            <a:avLst/>
          </a:prstGeom>
        </p:spPr>
        <p:txBody>
          <a:bodyPr wrap="square" lIns="0" tIns="0" rIns="0" bIns="0">
            <a:spAutoFit/>
          </a:bodyPr>
          <a:lstStyle>
            <a:lvl1pPr>
              <a:defRPr sz="1400" b="1" i="0">
                <a:solidFill>
                  <a:srgbClr val="001F5F"/>
                </a:solidFill>
                <a:latin typeface="Arial" panose="020B0604020202020204"/>
                <a:cs typeface="Arial" panose="020B0604020202020204"/>
              </a:defRPr>
            </a:lvl1pPr>
          </a:lstStyle>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19.png"/><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image" Target="../media/image14.pn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image" Target="../media/image14.pn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3.png"/><Relationship Id="rId3" Type="http://schemas.openxmlformats.org/officeDocument/2006/relationships/image" Target="../media/image22.jpeg"/><Relationship Id="rId2" Type="http://schemas.openxmlformats.org/officeDocument/2006/relationships/image" Target="../media/image15.png"/><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5.png"/><Relationship Id="rId3" Type="http://schemas.openxmlformats.org/officeDocument/2006/relationships/image" Target="../media/image24.png"/><Relationship Id="rId2" Type="http://schemas.openxmlformats.org/officeDocument/2006/relationships/image" Target="../media/image15.png"/><Relationship Id="rId1" Type="http://schemas.openxmlformats.org/officeDocument/2006/relationships/image" Target="../media/image14.png"/></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15.png"/><Relationship Id="rId1" Type="http://schemas.openxmlformats.org/officeDocument/2006/relationships/image" Target="../media/image14.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15.png"/><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15.png"/><Relationship Id="rId1" Type="http://schemas.openxmlformats.org/officeDocument/2006/relationships/image" Target="../media/image14.png"/></Relationships>
</file>

<file path=ppt/slides/_rels/slide1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15.png"/><Relationship Id="rId1" Type="http://schemas.openxmlformats.org/officeDocument/2006/relationships/image" Target="../media/image14.png"/></Relationships>
</file>

<file path=ppt/slides/_rels/slide1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15.png"/><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15.png"/><Relationship Id="rId1" Type="http://schemas.openxmlformats.org/officeDocument/2006/relationships/image" Target="../media/image14.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9.png"/><Relationship Id="rId3" Type="http://schemas.openxmlformats.org/officeDocument/2006/relationships/image" Target="../media/image38.png"/><Relationship Id="rId2" Type="http://schemas.openxmlformats.org/officeDocument/2006/relationships/image" Target="../media/image15.png"/><Relationship Id="rId1" Type="http://schemas.openxmlformats.org/officeDocument/2006/relationships/image" Target="../media/image14.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1.png"/><Relationship Id="rId3" Type="http://schemas.openxmlformats.org/officeDocument/2006/relationships/image" Target="../media/image40.png"/><Relationship Id="rId2" Type="http://schemas.openxmlformats.org/officeDocument/2006/relationships/image" Target="../media/image15.png"/><Relationship Id="rId1" Type="http://schemas.openxmlformats.org/officeDocument/2006/relationships/image" Target="../media/image14.png"/></Relationships>
</file>

<file path=ppt/slides/_rels/slide1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2.png"/><Relationship Id="rId3" Type="http://schemas.openxmlformats.org/officeDocument/2006/relationships/image" Target="../media/image41.png"/><Relationship Id="rId2" Type="http://schemas.openxmlformats.org/officeDocument/2006/relationships/image" Target="../media/image15.png"/><Relationship Id="rId1" Type="http://schemas.openxmlformats.org/officeDocument/2006/relationships/image" Target="../media/image14.png"/></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4.png"/><Relationship Id="rId3" Type="http://schemas.openxmlformats.org/officeDocument/2006/relationships/image" Target="../media/image43.png"/><Relationship Id="rId2" Type="http://schemas.openxmlformats.org/officeDocument/2006/relationships/image" Target="../media/image15.png"/><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15.png"/><Relationship Id="rId1" Type="http://schemas.openxmlformats.org/officeDocument/2006/relationships/image" Target="../media/image14.pn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47.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subTitle" idx="4"/>
          </p:nvPr>
        </p:nvSpPr>
        <p:spPr>
          <a:xfrm>
            <a:off x="1985010" y="4298315"/>
            <a:ext cx="7197725" cy="2320290"/>
          </a:xfrm>
          <a:prstGeom prst="rect">
            <a:avLst/>
          </a:prstGeom>
        </p:spPr>
        <p:txBody>
          <a:bodyPr vert="horz" wrap="square" lIns="0" tIns="12065" rIns="0" bIns="0" rtlCol="0">
            <a:noAutofit/>
          </a:bodyPr>
          <a:lstStyle/>
          <a:p>
            <a:pPr marL="12700">
              <a:lnSpc>
                <a:spcPct val="100000"/>
              </a:lnSpc>
              <a:spcBef>
                <a:spcPts val="95"/>
              </a:spcBef>
            </a:pPr>
            <a:r>
              <a:rPr lang="en-US" sz="5500"/>
              <a:t>BY PARUL GUTA</a:t>
            </a:r>
            <a:endParaRPr lang="en-US" sz="5500"/>
          </a:p>
          <a:p>
            <a:pPr marL="12700">
              <a:lnSpc>
                <a:spcPct val="100000"/>
              </a:lnSpc>
              <a:spcBef>
                <a:spcPts val="95"/>
              </a:spcBef>
            </a:pPr>
            <a:r>
              <a:rPr lang="en-US" sz="5500"/>
              <a:t>CO ORDINATOR</a:t>
            </a:r>
            <a:endParaRPr lang="en-US" sz="5500"/>
          </a:p>
          <a:p>
            <a:pPr marL="12700">
              <a:lnSpc>
                <a:spcPct val="100000"/>
              </a:lnSpc>
              <a:spcBef>
                <a:spcPts val="95"/>
              </a:spcBef>
            </a:pPr>
            <a:endParaRPr lang="en-US" sz="5500"/>
          </a:p>
        </p:txBody>
      </p:sp>
      <p:sp>
        <p:nvSpPr>
          <p:cNvPr id="4" name="object 4" descr="$PPTXTitle"/>
          <p:cNvSpPr txBox="1">
            <a:spLocks noGrp="1"/>
          </p:cNvSpPr>
          <p:nvPr>
            <p:ph type="ctrTitle"/>
          </p:nvPr>
        </p:nvSpPr>
        <p:spPr>
          <a:xfrm>
            <a:off x="2560320" y="504825"/>
            <a:ext cx="9271635" cy="1792605"/>
          </a:xfrm>
          <a:prstGeom prst="rect">
            <a:avLst/>
          </a:prstGeom>
        </p:spPr>
        <p:txBody>
          <a:bodyPr vert="horz" wrap="square" lIns="0" tIns="12065" rIns="0" bIns="0" rtlCol="0">
            <a:noAutofit/>
          </a:bodyPr>
          <a:lstStyle/>
          <a:p>
            <a:pPr marL="12700">
              <a:lnSpc>
                <a:spcPct val="100000"/>
              </a:lnSpc>
              <a:spcBef>
                <a:spcPts val="95"/>
              </a:spcBef>
            </a:pPr>
            <a:r>
              <a:rPr sz="2800" dirty="0">
                <a:solidFill>
                  <a:srgbClr val="1F3863"/>
                </a:solidFill>
              </a:rPr>
              <a:t>ALUMNI</a:t>
            </a:r>
            <a:r>
              <a:rPr sz="2800" spc="-45" dirty="0">
                <a:solidFill>
                  <a:srgbClr val="1F3863"/>
                </a:solidFill>
              </a:rPr>
              <a:t> </a:t>
            </a:r>
            <a:r>
              <a:rPr sz="2800" spc="-10" dirty="0">
                <a:solidFill>
                  <a:srgbClr val="1F3863"/>
                </a:solidFill>
              </a:rPr>
              <a:t>ASSOCIATION</a:t>
            </a:r>
            <a:endParaRPr sz="2800"/>
          </a:p>
          <a:p>
            <a:pPr marL="56515">
              <a:lnSpc>
                <a:spcPct val="100000"/>
              </a:lnSpc>
              <a:spcBef>
                <a:spcPts val="5"/>
              </a:spcBef>
            </a:pPr>
            <a:r>
              <a:rPr lang="en-US" altLang="en-US" sz="2800"/>
              <a:t>S.D. COLLEGE OF ENGINEERING &amp; TECHNOLOGY</a:t>
            </a:r>
            <a:br>
              <a:rPr lang="en-US" altLang="en-US" sz="2800"/>
            </a:br>
            <a:r>
              <a:rPr lang="en-US" altLang="en-US" sz="2800"/>
              <a:t>MUZAFFARNAGAR (UP)</a:t>
            </a:r>
            <a:endParaRPr lang="en-US" altLang="en-US" sz="2800"/>
          </a:p>
        </p:txBody>
      </p:sp>
      <p:pic>
        <p:nvPicPr>
          <p:cNvPr id="6" name="Picture 4" descr="sdcet-logo"/>
          <p:cNvPicPr>
            <a:picLocks noChangeAspect="1" noChangeArrowheads="1"/>
          </p:cNvPicPr>
          <p:nvPr/>
        </p:nvPicPr>
        <p:blipFill>
          <a:blip r:embed="rId1"/>
          <a:srcRect/>
          <a:stretch>
            <a:fillRect/>
          </a:stretch>
        </p:blipFill>
        <p:spPr>
          <a:xfrm>
            <a:off x="685800" y="457200"/>
            <a:ext cx="1718945" cy="1593850"/>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2880360"/>
          </a:xfrm>
          <a:custGeom>
            <a:avLst/>
            <a:gdLst/>
            <a:ahLst/>
            <a:cxnLst/>
            <a:rect l="l" t="t" r="r" b="b"/>
            <a:pathLst>
              <a:path w="71754" h="2880360">
                <a:moveTo>
                  <a:pt x="71628" y="0"/>
                </a:moveTo>
                <a:lnTo>
                  <a:pt x="0" y="0"/>
                </a:lnTo>
                <a:lnTo>
                  <a:pt x="0" y="2880360"/>
                </a:lnTo>
                <a:lnTo>
                  <a:pt x="71628" y="2880360"/>
                </a:lnTo>
                <a:lnTo>
                  <a:pt x="71628" y="0"/>
                </a:lnTo>
                <a:close/>
              </a:path>
            </a:pathLst>
          </a:custGeom>
          <a:solidFill>
            <a:srgbClr val="FFFFFF"/>
          </a:solidFill>
        </p:spPr>
        <p:txBody>
          <a:bodyPr wrap="square" lIns="0" tIns="0" rIns="0" bIns="0" rtlCol="0"/>
          <a:lstStyle/>
          <a:p/>
        </p:txBody>
      </p:sp>
      <p:sp>
        <p:nvSpPr>
          <p:cNvPr id="3" name="object 3"/>
          <p:cNvSpPr/>
          <p:nvPr/>
        </p:nvSpPr>
        <p:spPr>
          <a:xfrm>
            <a:off x="1069086" y="3170682"/>
            <a:ext cx="631190" cy="0"/>
          </a:xfrm>
          <a:custGeom>
            <a:avLst/>
            <a:gdLst/>
            <a:ahLst/>
            <a:cxnLst/>
            <a:rect l="l" t="t" r="r" b="b"/>
            <a:pathLst>
              <a:path w="631189">
                <a:moveTo>
                  <a:pt x="0" y="0"/>
                </a:moveTo>
                <a:lnTo>
                  <a:pt x="630936" y="0"/>
                </a:lnTo>
              </a:path>
            </a:pathLst>
          </a:custGeom>
          <a:ln w="19050">
            <a:solidFill>
              <a:srgbClr val="44536A"/>
            </a:solidFill>
          </a:ln>
        </p:spPr>
        <p:txBody>
          <a:bodyPr wrap="square" lIns="0" tIns="0" rIns="0" bIns="0" rtlCol="0"/>
          <a:lstStyle/>
          <a:p/>
        </p:txBody>
      </p:sp>
      <p:sp>
        <p:nvSpPr>
          <p:cNvPr id="4" name="object 4"/>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5" name="object 5"/>
          <p:cNvSpPr/>
          <p:nvPr/>
        </p:nvSpPr>
        <p:spPr>
          <a:xfrm>
            <a:off x="761" y="6168390"/>
            <a:ext cx="1765300" cy="0"/>
          </a:xfrm>
          <a:custGeom>
            <a:avLst/>
            <a:gdLst/>
            <a:ahLst/>
            <a:cxnLst/>
            <a:rect l="l" t="t" r="r" b="b"/>
            <a:pathLst>
              <a:path w="1765300">
                <a:moveTo>
                  <a:pt x="0" y="0"/>
                </a:moveTo>
                <a:lnTo>
                  <a:pt x="1764792" y="0"/>
                </a:lnTo>
              </a:path>
            </a:pathLst>
          </a:custGeom>
          <a:ln w="19050">
            <a:solidFill>
              <a:srgbClr val="44536A"/>
            </a:solidFill>
          </a:ln>
        </p:spPr>
        <p:txBody>
          <a:bodyPr wrap="square" lIns="0" tIns="0" rIns="0" bIns="0" rtlCol="0"/>
          <a:lstStyle/>
          <a:p/>
        </p:txBody>
      </p:sp>
      <p:sp>
        <p:nvSpPr>
          <p:cNvPr id="6" name="object 6"/>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sp>
        <p:nvSpPr>
          <p:cNvPr id="7" name="object 7"/>
          <p:cNvSpPr txBox="1"/>
          <p:nvPr/>
        </p:nvSpPr>
        <p:spPr>
          <a:xfrm>
            <a:off x="1007770" y="2300986"/>
            <a:ext cx="3038475" cy="635000"/>
          </a:xfrm>
          <a:prstGeom prst="rect">
            <a:avLst/>
          </a:prstGeom>
        </p:spPr>
        <p:txBody>
          <a:bodyPr vert="horz" wrap="square" lIns="0" tIns="12065" rIns="0" bIns="0" rtlCol="0">
            <a:spAutoFit/>
          </a:bodyPr>
          <a:lstStyle/>
          <a:p>
            <a:pPr marL="12700">
              <a:lnSpc>
                <a:spcPct val="100000"/>
              </a:lnSpc>
              <a:spcBef>
                <a:spcPts val="95"/>
              </a:spcBef>
            </a:pPr>
            <a:r>
              <a:rPr sz="4000" b="1" spc="-10" dirty="0">
                <a:solidFill>
                  <a:srgbClr val="1F4E79"/>
                </a:solidFill>
                <a:latin typeface="Arial" panose="020B0604020202020204"/>
                <a:cs typeface="Arial" panose="020B0604020202020204"/>
              </a:rPr>
              <a:t>Introduction</a:t>
            </a:r>
            <a:endParaRPr sz="4000">
              <a:latin typeface="Arial" panose="020B0604020202020204"/>
              <a:cs typeface="Arial" panose="020B0604020202020204"/>
            </a:endParaRPr>
          </a:p>
        </p:txBody>
      </p:sp>
      <p:sp>
        <p:nvSpPr>
          <p:cNvPr id="8" name="object 8"/>
          <p:cNvSpPr txBox="1"/>
          <p:nvPr/>
        </p:nvSpPr>
        <p:spPr>
          <a:xfrm>
            <a:off x="1007770" y="3292805"/>
            <a:ext cx="3787775" cy="2783205"/>
          </a:xfrm>
          <a:prstGeom prst="rect">
            <a:avLst/>
          </a:prstGeom>
        </p:spPr>
        <p:txBody>
          <a:bodyPr vert="horz" wrap="square" lIns="0" tIns="12700" rIns="0" bIns="0" rtlCol="0">
            <a:spAutoFit/>
          </a:bodyPr>
          <a:lstStyle/>
          <a:p>
            <a:pPr marL="12700" marR="18415">
              <a:lnSpc>
                <a:spcPct val="100000"/>
              </a:lnSpc>
              <a:spcBef>
                <a:spcPts val="100"/>
              </a:spcBef>
            </a:pPr>
            <a:r>
              <a:rPr lang="en-US" altLang="en-US" sz="1800" spc="-5" dirty="0">
                <a:latin typeface="Arial MT"/>
                <a:cs typeface="Arial MT"/>
              </a:rPr>
              <a:t>SDCET</a:t>
            </a:r>
            <a:r>
              <a:rPr sz="1800" spc="-5" dirty="0">
                <a:latin typeface="Arial MT"/>
                <a:cs typeface="Arial MT"/>
              </a:rPr>
              <a:t> </a:t>
            </a:r>
            <a:r>
              <a:rPr sz="1800" spc="-60" dirty="0">
                <a:latin typeface="Arial MT"/>
                <a:cs typeface="Arial MT"/>
              </a:rPr>
              <a:t>rising</a:t>
            </a:r>
            <a:r>
              <a:rPr sz="1800" spc="-25" dirty="0">
                <a:latin typeface="Arial MT"/>
                <a:cs typeface="Arial MT"/>
              </a:rPr>
              <a:t> </a:t>
            </a:r>
            <a:r>
              <a:rPr sz="1800" spc="-70" dirty="0">
                <a:latin typeface="Arial MT"/>
                <a:cs typeface="Arial MT"/>
              </a:rPr>
              <a:t>global</a:t>
            </a:r>
            <a:r>
              <a:rPr sz="1800" spc="-20" dirty="0">
                <a:latin typeface="Arial MT"/>
                <a:cs typeface="Arial MT"/>
              </a:rPr>
              <a:t> </a:t>
            </a:r>
            <a:r>
              <a:rPr sz="1800" spc="-65" dirty="0">
                <a:latin typeface="Arial MT"/>
                <a:cs typeface="Arial MT"/>
              </a:rPr>
              <a:t>recognition</a:t>
            </a:r>
            <a:r>
              <a:rPr sz="1800" spc="-25" dirty="0">
                <a:latin typeface="Arial MT"/>
                <a:cs typeface="Arial MT"/>
              </a:rPr>
              <a:t> </a:t>
            </a:r>
            <a:r>
              <a:rPr sz="1800" spc="-80" dirty="0">
                <a:latin typeface="Arial MT"/>
                <a:cs typeface="Arial MT"/>
              </a:rPr>
              <a:t>can </a:t>
            </a:r>
            <a:r>
              <a:rPr sz="1800" spc="-65" dirty="0">
                <a:latin typeface="Arial MT"/>
                <a:cs typeface="Arial MT"/>
              </a:rPr>
              <a:t>be</a:t>
            </a:r>
            <a:r>
              <a:rPr sz="1800" spc="-10" dirty="0">
                <a:latin typeface="Arial MT"/>
                <a:cs typeface="Arial MT"/>
              </a:rPr>
              <a:t> </a:t>
            </a:r>
            <a:r>
              <a:rPr sz="1800" spc="-40" dirty="0">
                <a:latin typeface="Arial MT"/>
                <a:cs typeface="Arial MT"/>
              </a:rPr>
              <a:t>contributed</a:t>
            </a:r>
            <a:r>
              <a:rPr sz="1800" spc="-5" dirty="0">
                <a:latin typeface="Arial MT"/>
                <a:cs typeface="Arial MT"/>
              </a:rPr>
              <a:t> </a:t>
            </a:r>
            <a:r>
              <a:rPr sz="1800" dirty="0">
                <a:latin typeface="Arial MT"/>
                <a:cs typeface="Arial MT"/>
              </a:rPr>
              <a:t>to the</a:t>
            </a:r>
            <a:r>
              <a:rPr sz="1800" spc="-5" dirty="0">
                <a:latin typeface="Arial MT"/>
                <a:cs typeface="Arial MT"/>
              </a:rPr>
              <a:t> </a:t>
            </a:r>
            <a:r>
              <a:rPr sz="1800" spc="-110" dirty="0">
                <a:latin typeface="Arial MT"/>
                <a:cs typeface="Arial MT"/>
              </a:rPr>
              <a:t>stupendous</a:t>
            </a:r>
            <a:r>
              <a:rPr sz="1800" spc="-10" dirty="0">
                <a:latin typeface="Arial MT"/>
                <a:cs typeface="Arial MT"/>
              </a:rPr>
              <a:t> </a:t>
            </a:r>
            <a:r>
              <a:rPr sz="1800" spc="-20" dirty="0">
                <a:latin typeface="Arial MT"/>
                <a:cs typeface="Arial MT"/>
              </a:rPr>
              <a:t>work </a:t>
            </a:r>
            <a:r>
              <a:rPr sz="1800" dirty="0">
                <a:latin typeface="Arial MT"/>
                <a:cs typeface="Arial MT"/>
              </a:rPr>
              <a:t>of its</a:t>
            </a:r>
            <a:r>
              <a:rPr sz="1800" spc="5" dirty="0">
                <a:latin typeface="Arial MT"/>
                <a:cs typeface="Arial MT"/>
              </a:rPr>
              <a:t> </a:t>
            </a:r>
            <a:r>
              <a:rPr sz="1800" spc="-100" dirty="0">
                <a:latin typeface="Arial MT"/>
                <a:cs typeface="Arial MT"/>
              </a:rPr>
              <a:t>alumni.</a:t>
            </a:r>
            <a:r>
              <a:rPr sz="1800" spc="15" dirty="0">
                <a:latin typeface="Arial MT"/>
                <a:cs typeface="Arial MT"/>
              </a:rPr>
              <a:t> </a:t>
            </a:r>
            <a:r>
              <a:rPr lang="en-US" altLang="en-US" sz="1800" spc="-80" dirty="0">
                <a:latin typeface="Arial MT"/>
                <a:cs typeface="Arial MT"/>
              </a:rPr>
              <a:t>SDCET</a:t>
            </a:r>
            <a:r>
              <a:rPr sz="1800" spc="-120" dirty="0">
                <a:latin typeface="Arial MT"/>
                <a:cs typeface="Arial MT"/>
              </a:rPr>
              <a:t>’s</a:t>
            </a:r>
            <a:r>
              <a:rPr sz="1800" spc="5" dirty="0">
                <a:latin typeface="Arial MT"/>
                <a:cs typeface="Arial MT"/>
              </a:rPr>
              <a:t> </a:t>
            </a:r>
            <a:r>
              <a:rPr sz="1800" spc="-85" dirty="0">
                <a:latin typeface="Arial MT"/>
                <a:cs typeface="Arial MT"/>
              </a:rPr>
              <a:t>alumni</a:t>
            </a:r>
            <a:r>
              <a:rPr sz="1800" spc="15" dirty="0">
                <a:latin typeface="Arial MT"/>
                <a:cs typeface="Arial MT"/>
              </a:rPr>
              <a:t> </a:t>
            </a:r>
            <a:r>
              <a:rPr sz="1800" spc="-105" dirty="0">
                <a:latin typeface="Arial MT"/>
                <a:cs typeface="Arial MT"/>
              </a:rPr>
              <a:t>are</a:t>
            </a:r>
            <a:r>
              <a:rPr sz="1800" dirty="0">
                <a:latin typeface="Arial MT"/>
                <a:cs typeface="Arial MT"/>
              </a:rPr>
              <a:t> </a:t>
            </a:r>
            <a:r>
              <a:rPr sz="1800" spc="-25" dirty="0">
                <a:latin typeface="Arial MT"/>
                <a:cs typeface="Arial MT"/>
              </a:rPr>
              <a:t>in </a:t>
            </a:r>
            <a:r>
              <a:rPr sz="1800" spc="-100" dirty="0">
                <a:latin typeface="Arial MT"/>
                <a:cs typeface="Arial MT"/>
              </a:rPr>
              <a:t>every</a:t>
            </a:r>
            <a:r>
              <a:rPr sz="1800" spc="-25" dirty="0">
                <a:latin typeface="Arial MT"/>
                <a:cs typeface="Arial MT"/>
              </a:rPr>
              <a:t> </a:t>
            </a:r>
            <a:r>
              <a:rPr sz="1800" spc="-95" dirty="0">
                <a:latin typeface="Arial MT"/>
                <a:cs typeface="Arial MT"/>
              </a:rPr>
              <a:t>nook</a:t>
            </a:r>
            <a:r>
              <a:rPr sz="1800" spc="-25" dirty="0">
                <a:latin typeface="Arial MT"/>
                <a:cs typeface="Arial MT"/>
              </a:rPr>
              <a:t> </a:t>
            </a:r>
            <a:r>
              <a:rPr sz="1800" spc="-110" dirty="0">
                <a:latin typeface="Arial MT"/>
                <a:cs typeface="Arial MT"/>
              </a:rPr>
              <a:t>and</a:t>
            </a:r>
            <a:r>
              <a:rPr sz="1800" spc="-15" dirty="0">
                <a:latin typeface="Arial MT"/>
                <a:cs typeface="Arial MT"/>
              </a:rPr>
              <a:t> </a:t>
            </a:r>
            <a:r>
              <a:rPr sz="1800" spc="-50" dirty="0">
                <a:latin typeface="Arial MT"/>
                <a:cs typeface="Arial MT"/>
              </a:rPr>
              <a:t>corner</a:t>
            </a:r>
            <a:r>
              <a:rPr sz="1800" spc="-15" dirty="0">
                <a:latin typeface="Arial MT"/>
                <a:cs typeface="Arial MT"/>
              </a:rPr>
              <a:t> </a:t>
            </a:r>
            <a:r>
              <a:rPr sz="1800" dirty="0">
                <a:latin typeface="Arial MT"/>
                <a:cs typeface="Arial MT"/>
              </a:rPr>
              <a:t>of</a:t>
            </a:r>
            <a:r>
              <a:rPr sz="1800" spc="-30" dirty="0">
                <a:latin typeface="Arial MT"/>
                <a:cs typeface="Arial MT"/>
              </a:rPr>
              <a:t> </a:t>
            </a:r>
            <a:r>
              <a:rPr sz="1800" dirty="0">
                <a:latin typeface="Arial MT"/>
                <a:cs typeface="Arial MT"/>
              </a:rPr>
              <a:t>the</a:t>
            </a:r>
            <a:r>
              <a:rPr sz="1800" spc="-10" dirty="0">
                <a:latin typeface="Arial MT"/>
                <a:cs typeface="Arial MT"/>
              </a:rPr>
              <a:t> world, </a:t>
            </a:r>
            <a:r>
              <a:rPr sz="1800" spc="-114" dirty="0">
                <a:latin typeface="Arial MT"/>
                <a:cs typeface="Arial MT"/>
              </a:rPr>
              <a:t>spreading</a:t>
            </a:r>
            <a:r>
              <a:rPr sz="1800" spc="-10" dirty="0">
                <a:latin typeface="Arial MT"/>
                <a:cs typeface="Arial MT"/>
              </a:rPr>
              <a:t> </a:t>
            </a:r>
            <a:r>
              <a:rPr sz="1800" dirty="0">
                <a:latin typeface="Arial MT"/>
                <a:cs typeface="Arial MT"/>
              </a:rPr>
              <a:t>their</a:t>
            </a:r>
            <a:r>
              <a:rPr sz="1800" spc="-60" dirty="0">
                <a:latin typeface="Arial MT"/>
                <a:cs typeface="Arial MT"/>
              </a:rPr>
              <a:t> </a:t>
            </a:r>
            <a:r>
              <a:rPr sz="1800" spc="-100" dirty="0">
                <a:latin typeface="Arial MT"/>
                <a:cs typeface="Arial MT"/>
              </a:rPr>
              <a:t>mesmerizing</a:t>
            </a:r>
            <a:r>
              <a:rPr sz="1800" spc="-25" dirty="0">
                <a:latin typeface="Arial MT"/>
                <a:cs typeface="Arial MT"/>
              </a:rPr>
              <a:t> </a:t>
            </a:r>
            <a:r>
              <a:rPr sz="1800" spc="-20" dirty="0">
                <a:latin typeface="Arial MT"/>
                <a:cs typeface="Arial MT"/>
              </a:rPr>
              <a:t>aura </a:t>
            </a:r>
            <a:r>
              <a:rPr sz="1800" spc="-55" dirty="0">
                <a:latin typeface="Arial MT"/>
                <a:cs typeface="Arial MT"/>
              </a:rPr>
              <a:t>through </a:t>
            </a:r>
            <a:r>
              <a:rPr sz="1800" dirty="0">
                <a:latin typeface="Arial MT"/>
                <a:cs typeface="Arial MT"/>
              </a:rPr>
              <a:t>their</a:t>
            </a:r>
            <a:r>
              <a:rPr sz="1800" spc="-45" dirty="0">
                <a:latin typeface="Arial MT"/>
                <a:cs typeface="Arial MT"/>
              </a:rPr>
              <a:t> </a:t>
            </a:r>
            <a:r>
              <a:rPr sz="1800" spc="-70" dirty="0">
                <a:latin typeface="Arial MT"/>
                <a:cs typeface="Arial MT"/>
              </a:rPr>
              <a:t>notable</a:t>
            </a:r>
            <a:r>
              <a:rPr sz="1800" spc="-45" dirty="0">
                <a:latin typeface="Arial MT"/>
                <a:cs typeface="Arial MT"/>
              </a:rPr>
              <a:t> </a:t>
            </a:r>
            <a:r>
              <a:rPr sz="1800" spc="-40" dirty="0">
                <a:latin typeface="Arial MT"/>
                <a:cs typeface="Arial MT"/>
              </a:rPr>
              <a:t>achievements.</a:t>
            </a:r>
            <a:endParaRPr sz="1800">
              <a:latin typeface="Arial MT"/>
              <a:cs typeface="Arial MT"/>
            </a:endParaRPr>
          </a:p>
          <a:p>
            <a:pPr marL="12700" marR="5080">
              <a:lnSpc>
                <a:spcPct val="100000"/>
              </a:lnSpc>
              <a:spcBef>
                <a:spcPts val="5"/>
              </a:spcBef>
            </a:pPr>
            <a:r>
              <a:rPr sz="1800" spc="-40" dirty="0">
                <a:latin typeface="Arial MT"/>
                <a:cs typeface="Arial MT"/>
              </a:rPr>
              <a:t>With</a:t>
            </a:r>
            <a:r>
              <a:rPr sz="1800" spc="-25" dirty="0">
                <a:latin typeface="Arial MT"/>
                <a:cs typeface="Arial MT"/>
              </a:rPr>
              <a:t> </a:t>
            </a:r>
            <a:r>
              <a:rPr sz="1800" spc="-85" dirty="0">
                <a:latin typeface="Arial MT"/>
                <a:cs typeface="Arial MT"/>
              </a:rPr>
              <a:t>more</a:t>
            </a:r>
            <a:r>
              <a:rPr sz="1800" spc="-15" dirty="0">
                <a:latin typeface="Arial MT"/>
                <a:cs typeface="Arial MT"/>
              </a:rPr>
              <a:t> </a:t>
            </a:r>
            <a:r>
              <a:rPr sz="1800" spc="-35" dirty="0">
                <a:latin typeface="Arial MT"/>
                <a:cs typeface="Arial MT"/>
              </a:rPr>
              <a:t>than</a:t>
            </a:r>
            <a:r>
              <a:rPr sz="1800" spc="-25" dirty="0">
                <a:latin typeface="Arial MT"/>
                <a:cs typeface="Arial MT"/>
              </a:rPr>
              <a:t> </a:t>
            </a:r>
            <a:r>
              <a:rPr lang="en-US" altLang="" sz="1800" spc="75" dirty="0">
                <a:latin typeface="Arial MT"/>
                <a:cs typeface="Arial MT"/>
              </a:rPr>
              <a:t>11500+</a:t>
            </a:r>
            <a:r>
              <a:rPr sz="1800" spc="-40" dirty="0">
                <a:latin typeface="Arial MT"/>
                <a:cs typeface="Arial MT"/>
              </a:rPr>
              <a:t> </a:t>
            </a:r>
            <a:r>
              <a:rPr sz="1800" spc="-85" dirty="0">
                <a:latin typeface="Arial MT"/>
                <a:cs typeface="Arial MT"/>
              </a:rPr>
              <a:t>alumni</a:t>
            </a:r>
            <a:r>
              <a:rPr sz="1800" spc="-15" dirty="0">
                <a:latin typeface="Arial MT"/>
                <a:cs typeface="Arial MT"/>
              </a:rPr>
              <a:t> </a:t>
            </a:r>
            <a:r>
              <a:rPr sz="1800" spc="-110" dirty="0">
                <a:latin typeface="Arial MT"/>
                <a:cs typeface="Arial MT"/>
              </a:rPr>
              <a:t>spanning </a:t>
            </a:r>
            <a:r>
              <a:rPr sz="1800" spc="-125" dirty="0">
                <a:latin typeface="Arial MT"/>
                <a:cs typeface="Arial MT"/>
              </a:rPr>
              <a:t>across</a:t>
            </a:r>
            <a:r>
              <a:rPr sz="1800" dirty="0">
                <a:latin typeface="Arial MT"/>
                <a:cs typeface="Arial MT"/>
              </a:rPr>
              <a:t> the</a:t>
            </a:r>
            <a:r>
              <a:rPr sz="1800" spc="-50" dirty="0">
                <a:latin typeface="Arial MT"/>
                <a:cs typeface="Arial MT"/>
              </a:rPr>
              <a:t> </a:t>
            </a:r>
            <a:r>
              <a:rPr sz="1800" spc="-95" dirty="0">
                <a:latin typeface="Arial MT"/>
                <a:cs typeface="Arial MT"/>
              </a:rPr>
              <a:t>globe,</a:t>
            </a:r>
            <a:r>
              <a:rPr sz="1800" spc="-15" dirty="0">
                <a:latin typeface="Arial MT"/>
                <a:cs typeface="Arial MT"/>
              </a:rPr>
              <a:t> </a:t>
            </a:r>
            <a:r>
              <a:rPr lang="en-US" altLang="en-US" sz="1800" spc="-75" dirty="0">
                <a:latin typeface="Arial MT"/>
                <a:cs typeface="Arial MT"/>
              </a:rPr>
              <a:t>SDCET</a:t>
            </a:r>
            <a:r>
              <a:rPr sz="1800" spc="-120" dirty="0">
                <a:latin typeface="Arial MT"/>
                <a:cs typeface="Arial MT"/>
              </a:rPr>
              <a:t>r’s</a:t>
            </a:r>
            <a:r>
              <a:rPr sz="1800" spc="-5" dirty="0">
                <a:latin typeface="Arial MT"/>
                <a:cs typeface="Arial MT"/>
              </a:rPr>
              <a:t> </a:t>
            </a:r>
            <a:r>
              <a:rPr sz="1800" spc="-10" dirty="0">
                <a:latin typeface="Arial MT"/>
                <a:cs typeface="Arial MT"/>
              </a:rPr>
              <a:t>alumni </a:t>
            </a:r>
            <a:r>
              <a:rPr sz="1800" spc="-135" dirty="0">
                <a:latin typeface="Arial MT"/>
                <a:cs typeface="Arial MT"/>
              </a:rPr>
              <a:t>have</a:t>
            </a:r>
            <a:r>
              <a:rPr sz="1800" dirty="0">
                <a:latin typeface="Arial MT"/>
                <a:cs typeface="Arial MT"/>
              </a:rPr>
              <a:t> </a:t>
            </a:r>
            <a:r>
              <a:rPr sz="1800" spc="-114" dirty="0">
                <a:latin typeface="Arial MT"/>
                <a:cs typeface="Arial MT"/>
              </a:rPr>
              <a:t>played</a:t>
            </a:r>
            <a:r>
              <a:rPr sz="1800" spc="-10" dirty="0">
                <a:latin typeface="Arial MT"/>
                <a:cs typeface="Arial MT"/>
              </a:rPr>
              <a:t> </a:t>
            </a:r>
            <a:r>
              <a:rPr sz="1800" dirty="0">
                <a:latin typeface="Arial MT"/>
                <a:cs typeface="Arial MT"/>
              </a:rPr>
              <a:t>a</a:t>
            </a:r>
            <a:r>
              <a:rPr sz="1800" spc="-114" dirty="0">
                <a:latin typeface="Arial MT"/>
                <a:cs typeface="Arial MT"/>
              </a:rPr>
              <a:t> </a:t>
            </a:r>
            <a:r>
              <a:rPr sz="1800" spc="-45" dirty="0">
                <a:latin typeface="Arial MT"/>
                <a:cs typeface="Arial MT"/>
              </a:rPr>
              <a:t>pivotal</a:t>
            </a:r>
            <a:r>
              <a:rPr sz="1800" spc="-60" dirty="0">
                <a:latin typeface="Arial MT"/>
                <a:cs typeface="Arial MT"/>
              </a:rPr>
              <a:t> </a:t>
            </a:r>
            <a:r>
              <a:rPr sz="1800" spc="-35" dirty="0">
                <a:latin typeface="Arial MT"/>
                <a:cs typeface="Arial MT"/>
              </a:rPr>
              <a:t>role</a:t>
            </a:r>
            <a:r>
              <a:rPr sz="1800" spc="-40" dirty="0">
                <a:latin typeface="Arial MT"/>
                <a:cs typeface="Arial MT"/>
              </a:rPr>
              <a:t> </a:t>
            </a:r>
            <a:r>
              <a:rPr sz="1800" spc="-25" dirty="0">
                <a:latin typeface="Arial MT"/>
                <a:cs typeface="Arial MT"/>
              </a:rPr>
              <a:t>in </a:t>
            </a:r>
            <a:r>
              <a:rPr sz="1800" spc="-75" dirty="0">
                <a:latin typeface="Arial MT"/>
                <a:cs typeface="Arial MT"/>
              </a:rPr>
              <a:t>strengthening</a:t>
            </a:r>
            <a:r>
              <a:rPr sz="1800" spc="-35" dirty="0">
                <a:latin typeface="Arial MT"/>
                <a:cs typeface="Arial MT"/>
              </a:rPr>
              <a:t> </a:t>
            </a:r>
            <a:r>
              <a:rPr sz="1800" dirty="0">
                <a:latin typeface="Arial MT"/>
                <a:cs typeface="Arial MT"/>
              </a:rPr>
              <a:t>the</a:t>
            </a:r>
            <a:r>
              <a:rPr sz="1800" spc="-5" dirty="0">
                <a:latin typeface="Arial MT"/>
                <a:cs typeface="Arial MT"/>
              </a:rPr>
              <a:t> </a:t>
            </a:r>
            <a:r>
              <a:rPr sz="1800" spc="-120" dirty="0">
                <a:latin typeface="Arial MT"/>
                <a:cs typeface="Arial MT"/>
              </a:rPr>
              <a:t>image</a:t>
            </a:r>
            <a:r>
              <a:rPr sz="1800" spc="-5" dirty="0">
                <a:latin typeface="Arial MT"/>
                <a:cs typeface="Arial MT"/>
              </a:rPr>
              <a:t> </a:t>
            </a:r>
            <a:r>
              <a:rPr sz="1800" dirty="0">
                <a:latin typeface="Arial MT"/>
                <a:cs typeface="Arial MT"/>
              </a:rPr>
              <a:t>of</a:t>
            </a:r>
            <a:r>
              <a:rPr lang="en-US" altLang="en-US" sz="1800" spc="-10" dirty="0">
                <a:latin typeface="Arial MT"/>
                <a:cs typeface="Arial MT"/>
              </a:rPr>
              <a:t>SDCET</a:t>
            </a:r>
            <a:r>
              <a:rPr sz="1800" spc="-10" dirty="0">
                <a:latin typeface="Arial MT"/>
                <a:cs typeface="Arial MT"/>
              </a:rPr>
              <a:t>r.</a:t>
            </a:r>
            <a:endParaRPr sz="1800">
              <a:latin typeface="Arial MT"/>
              <a:cs typeface="Arial MT"/>
            </a:endParaRPr>
          </a:p>
        </p:txBody>
      </p:sp>
      <p:sp>
        <p:nvSpPr>
          <p:cNvPr id="9" name="object 9"/>
          <p:cNvSpPr txBox="1"/>
          <p:nvPr/>
        </p:nvSpPr>
        <p:spPr>
          <a:xfrm>
            <a:off x="5870828" y="1836547"/>
            <a:ext cx="6212205" cy="4204970"/>
          </a:xfrm>
          <a:prstGeom prst="rect">
            <a:avLst/>
          </a:prstGeom>
        </p:spPr>
        <p:txBody>
          <a:bodyPr vert="horz" wrap="square" lIns="0" tIns="12700" rIns="0" bIns="0" rtlCol="0">
            <a:spAutoFit/>
          </a:bodyPr>
          <a:lstStyle/>
          <a:p>
            <a:pPr marL="297815" marR="565785" indent="-285750">
              <a:lnSpc>
                <a:spcPct val="150000"/>
              </a:lnSpc>
              <a:spcBef>
                <a:spcPts val="100"/>
              </a:spcBef>
              <a:buFont typeface="Wingdings" panose="05000000000000000000"/>
              <a:buChar char=""/>
              <a:tabLst>
                <a:tab pos="299085" algn="l"/>
              </a:tabLst>
            </a:pPr>
            <a:r>
              <a:rPr sz="1800" spc="-265" dirty="0">
                <a:latin typeface="Arial MT"/>
                <a:cs typeface="Arial MT"/>
              </a:rPr>
              <a:t>To</a:t>
            </a:r>
            <a:r>
              <a:rPr sz="1800" spc="80" dirty="0">
                <a:latin typeface="Arial MT"/>
                <a:cs typeface="Arial MT"/>
              </a:rPr>
              <a:t> </a:t>
            </a:r>
            <a:r>
              <a:rPr sz="1800" spc="-60" dirty="0">
                <a:latin typeface="Arial MT"/>
                <a:cs typeface="Arial MT"/>
              </a:rPr>
              <a:t>actively</a:t>
            </a:r>
            <a:r>
              <a:rPr sz="1800" spc="-65" dirty="0">
                <a:latin typeface="Arial MT"/>
                <a:cs typeface="Arial MT"/>
              </a:rPr>
              <a:t> promote</a:t>
            </a:r>
            <a:r>
              <a:rPr sz="1800" spc="-35" dirty="0">
                <a:latin typeface="Arial MT"/>
                <a:cs typeface="Arial MT"/>
              </a:rPr>
              <a:t> </a:t>
            </a:r>
            <a:r>
              <a:rPr sz="1800" spc="-50" dirty="0">
                <a:latin typeface="Arial MT"/>
                <a:cs typeface="Arial MT"/>
              </a:rPr>
              <a:t>interaction</a:t>
            </a:r>
            <a:r>
              <a:rPr sz="1800" spc="-15" dirty="0">
                <a:latin typeface="Arial MT"/>
                <a:cs typeface="Arial MT"/>
              </a:rPr>
              <a:t> </a:t>
            </a:r>
            <a:r>
              <a:rPr sz="1800" spc="-110" dirty="0">
                <a:latin typeface="Arial MT"/>
                <a:cs typeface="Arial MT"/>
              </a:rPr>
              <a:t>and</a:t>
            </a:r>
            <a:r>
              <a:rPr sz="1800" spc="-5" dirty="0">
                <a:latin typeface="Arial MT"/>
                <a:cs typeface="Arial MT"/>
              </a:rPr>
              <a:t> </a:t>
            </a:r>
            <a:r>
              <a:rPr sz="1800" spc="-70" dirty="0">
                <a:latin typeface="Arial MT"/>
                <a:cs typeface="Arial MT"/>
              </a:rPr>
              <a:t>networking</a:t>
            </a:r>
            <a:r>
              <a:rPr sz="1800" spc="-5" dirty="0">
                <a:latin typeface="Arial MT"/>
                <a:cs typeface="Arial MT"/>
              </a:rPr>
              <a:t> </a:t>
            </a:r>
            <a:r>
              <a:rPr sz="1800" spc="-125" dirty="0">
                <a:latin typeface="Arial MT"/>
                <a:cs typeface="Arial MT"/>
              </a:rPr>
              <a:t>among</a:t>
            </a:r>
            <a:r>
              <a:rPr sz="1800" dirty="0">
                <a:latin typeface="Arial MT"/>
                <a:cs typeface="Arial MT"/>
              </a:rPr>
              <a:t> </a:t>
            </a:r>
            <a:r>
              <a:rPr sz="1800" spc="-25" dirty="0">
                <a:latin typeface="Arial MT"/>
                <a:cs typeface="Arial MT"/>
              </a:rPr>
              <a:t>its </a:t>
            </a:r>
            <a:r>
              <a:rPr sz="1800" spc="-25" dirty="0">
                <a:latin typeface="Arial MT"/>
                <a:cs typeface="Arial MT"/>
              </a:rPr>
              <a:t>	</a:t>
            </a:r>
            <a:r>
              <a:rPr sz="1800" spc="-10" dirty="0">
                <a:latin typeface="Arial MT"/>
                <a:cs typeface="Arial MT"/>
              </a:rPr>
              <a:t>alumni.</a:t>
            </a:r>
            <a:endParaRPr sz="1800">
              <a:latin typeface="Arial MT"/>
              <a:cs typeface="Arial MT"/>
            </a:endParaRPr>
          </a:p>
          <a:p>
            <a:pPr marL="298450" indent="-285750">
              <a:lnSpc>
                <a:spcPct val="100000"/>
              </a:lnSpc>
              <a:spcBef>
                <a:spcPts val="1080"/>
              </a:spcBef>
              <a:buFont typeface="Wingdings" panose="05000000000000000000"/>
              <a:buChar char=""/>
              <a:tabLst>
                <a:tab pos="298450" algn="l"/>
              </a:tabLst>
            </a:pPr>
            <a:r>
              <a:rPr sz="1800" spc="-265" dirty="0">
                <a:latin typeface="Arial MT"/>
                <a:cs typeface="Arial MT"/>
              </a:rPr>
              <a:t>To</a:t>
            </a:r>
            <a:r>
              <a:rPr sz="1800" spc="90" dirty="0">
                <a:latin typeface="Arial MT"/>
                <a:cs typeface="Arial MT"/>
              </a:rPr>
              <a:t> </a:t>
            </a:r>
            <a:r>
              <a:rPr sz="1800" spc="-65" dirty="0">
                <a:latin typeface="Arial MT"/>
                <a:cs typeface="Arial MT"/>
              </a:rPr>
              <a:t>be</a:t>
            </a:r>
            <a:r>
              <a:rPr sz="1800" spc="-60" dirty="0">
                <a:latin typeface="Arial MT"/>
                <a:cs typeface="Arial MT"/>
              </a:rPr>
              <a:t> </a:t>
            </a:r>
            <a:r>
              <a:rPr sz="1800" dirty="0">
                <a:latin typeface="Arial MT"/>
                <a:cs typeface="Arial MT"/>
              </a:rPr>
              <a:t>a</a:t>
            </a:r>
            <a:r>
              <a:rPr sz="1800" spc="-110" dirty="0">
                <a:latin typeface="Arial MT"/>
                <a:cs typeface="Arial MT"/>
              </a:rPr>
              <a:t> </a:t>
            </a:r>
            <a:r>
              <a:rPr sz="1800" spc="-25" dirty="0">
                <a:latin typeface="Arial MT"/>
                <a:cs typeface="Arial MT"/>
              </a:rPr>
              <a:t>pillar </a:t>
            </a:r>
            <a:r>
              <a:rPr sz="1800" dirty="0">
                <a:latin typeface="Arial MT"/>
                <a:cs typeface="Arial MT"/>
              </a:rPr>
              <a:t>of</a:t>
            </a:r>
            <a:r>
              <a:rPr sz="1800" spc="-40" dirty="0">
                <a:latin typeface="Arial MT"/>
                <a:cs typeface="Arial MT"/>
              </a:rPr>
              <a:t> </a:t>
            </a:r>
            <a:r>
              <a:rPr sz="1800" spc="-55" dirty="0">
                <a:latin typeface="Arial MT"/>
                <a:cs typeface="Arial MT"/>
              </a:rPr>
              <a:t>support</a:t>
            </a:r>
            <a:r>
              <a:rPr sz="1800" spc="-25" dirty="0">
                <a:latin typeface="Arial MT"/>
                <a:cs typeface="Arial MT"/>
              </a:rPr>
              <a:t> </a:t>
            </a:r>
            <a:r>
              <a:rPr sz="1800" dirty="0">
                <a:latin typeface="Arial MT"/>
                <a:cs typeface="Arial MT"/>
              </a:rPr>
              <a:t>in</a:t>
            </a:r>
            <a:r>
              <a:rPr sz="1800" spc="-30" dirty="0">
                <a:latin typeface="Arial MT"/>
                <a:cs typeface="Arial MT"/>
              </a:rPr>
              <a:t> </a:t>
            </a:r>
            <a:r>
              <a:rPr sz="1800" spc="-10" dirty="0">
                <a:latin typeface="Arial MT"/>
                <a:cs typeface="Arial MT"/>
              </a:rPr>
              <a:t>their</a:t>
            </a:r>
            <a:r>
              <a:rPr sz="1800" spc="-20" dirty="0">
                <a:latin typeface="Arial MT"/>
                <a:cs typeface="Arial MT"/>
              </a:rPr>
              <a:t> </a:t>
            </a:r>
            <a:r>
              <a:rPr sz="1800" spc="-40" dirty="0">
                <a:latin typeface="Arial MT"/>
                <a:cs typeface="Arial MT"/>
              </a:rPr>
              <a:t>hour</a:t>
            </a:r>
            <a:r>
              <a:rPr sz="1800" spc="-25" dirty="0">
                <a:latin typeface="Arial MT"/>
                <a:cs typeface="Arial MT"/>
              </a:rPr>
              <a:t> </a:t>
            </a:r>
            <a:r>
              <a:rPr sz="1800" dirty="0">
                <a:latin typeface="Arial MT"/>
                <a:cs typeface="Arial MT"/>
              </a:rPr>
              <a:t>of</a:t>
            </a:r>
            <a:r>
              <a:rPr sz="1800" spc="-30" dirty="0">
                <a:latin typeface="Arial MT"/>
                <a:cs typeface="Arial MT"/>
              </a:rPr>
              <a:t> </a:t>
            </a:r>
            <a:r>
              <a:rPr sz="1800" spc="-10" dirty="0">
                <a:latin typeface="Arial MT"/>
                <a:cs typeface="Arial MT"/>
              </a:rPr>
              <a:t>need.</a:t>
            </a:r>
            <a:endParaRPr sz="1800">
              <a:latin typeface="Arial MT"/>
              <a:cs typeface="Arial MT"/>
            </a:endParaRPr>
          </a:p>
          <a:p>
            <a:pPr marL="299085" indent="-286385">
              <a:lnSpc>
                <a:spcPct val="100000"/>
              </a:lnSpc>
              <a:spcBef>
                <a:spcPts val="1080"/>
              </a:spcBef>
              <a:buFont typeface="Wingdings" panose="05000000000000000000"/>
              <a:buChar char=""/>
              <a:tabLst>
                <a:tab pos="299085" algn="l"/>
              </a:tabLst>
            </a:pPr>
            <a:r>
              <a:rPr sz="1800" spc="-265" dirty="0">
                <a:latin typeface="Arial MT"/>
                <a:cs typeface="Arial MT"/>
              </a:rPr>
              <a:t>To</a:t>
            </a:r>
            <a:r>
              <a:rPr sz="1800" spc="90" dirty="0">
                <a:latin typeface="Arial MT"/>
                <a:cs typeface="Arial MT"/>
              </a:rPr>
              <a:t> </a:t>
            </a:r>
            <a:r>
              <a:rPr sz="1800" spc="-70" dirty="0">
                <a:latin typeface="Arial MT"/>
                <a:cs typeface="Arial MT"/>
              </a:rPr>
              <a:t>help</a:t>
            </a:r>
            <a:r>
              <a:rPr sz="1800" spc="-55" dirty="0">
                <a:latin typeface="Arial MT"/>
                <a:cs typeface="Arial MT"/>
              </a:rPr>
              <a:t> </a:t>
            </a:r>
            <a:r>
              <a:rPr sz="1800" spc="-90" dirty="0">
                <a:latin typeface="Arial MT"/>
                <a:cs typeface="Arial MT"/>
              </a:rPr>
              <a:t>realize</a:t>
            </a:r>
            <a:r>
              <a:rPr sz="1800" spc="-35" dirty="0">
                <a:latin typeface="Arial MT"/>
                <a:cs typeface="Arial MT"/>
              </a:rPr>
              <a:t> </a:t>
            </a:r>
            <a:r>
              <a:rPr sz="1800" dirty="0">
                <a:latin typeface="Arial MT"/>
                <a:cs typeface="Arial MT"/>
              </a:rPr>
              <a:t>the</a:t>
            </a:r>
            <a:r>
              <a:rPr sz="1800" spc="-5" dirty="0">
                <a:latin typeface="Arial MT"/>
                <a:cs typeface="Arial MT"/>
              </a:rPr>
              <a:t> </a:t>
            </a:r>
            <a:r>
              <a:rPr sz="1800" spc="-40" dirty="0">
                <a:latin typeface="Arial MT"/>
                <a:cs typeface="Arial MT"/>
              </a:rPr>
              <a:t>notion</a:t>
            </a:r>
            <a:r>
              <a:rPr sz="1800" spc="5" dirty="0">
                <a:latin typeface="Arial MT"/>
                <a:cs typeface="Arial MT"/>
              </a:rPr>
              <a:t> </a:t>
            </a:r>
            <a:r>
              <a:rPr sz="1800" dirty="0">
                <a:latin typeface="Arial MT"/>
                <a:cs typeface="Arial MT"/>
              </a:rPr>
              <a:t>of</a:t>
            </a:r>
            <a:r>
              <a:rPr sz="1800" spc="5" dirty="0">
                <a:latin typeface="Arial MT"/>
                <a:cs typeface="Arial MT"/>
              </a:rPr>
              <a:t> </a:t>
            </a:r>
            <a:r>
              <a:rPr sz="1800" spc="-114" dirty="0">
                <a:latin typeface="Arial MT"/>
                <a:cs typeface="Arial MT"/>
              </a:rPr>
              <a:t>Giving</a:t>
            </a:r>
            <a:r>
              <a:rPr sz="1800" spc="-5" dirty="0">
                <a:latin typeface="Arial MT"/>
                <a:cs typeface="Arial MT"/>
              </a:rPr>
              <a:t> </a:t>
            </a:r>
            <a:r>
              <a:rPr sz="1800" spc="-150" dirty="0">
                <a:latin typeface="Arial MT"/>
                <a:cs typeface="Arial MT"/>
              </a:rPr>
              <a:t>Back</a:t>
            </a:r>
            <a:r>
              <a:rPr sz="1800" spc="25" dirty="0">
                <a:latin typeface="Arial MT"/>
                <a:cs typeface="Arial MT"/>
              </a:rPr>
              <a:t> </a:t>
            </a:r>
            <a:r>
              <a:rPr sz="1800" dirty="0">
                <a:latin typeface="Arial MT"/>
                <a:cs typeface="Arial MT"/>
              </a:rPr>
              <a:t>to</a:t>
            </a:r>
            <a:r>
              <a:rPr sz="1800" spc="10" dirty="0">
                <a:latin typeface="Arial MT"/>
                <a:cs typeface="Arial MT"/>
              </a:rPr>
              <a:t> </a:t>
            </a:r>
            <a:r>
              <a:rPr sz="1800" dirty="0">
                <a:latin typeface="Arial MT"/>
                <a:cs typeface="Arial MT"/>
              </a:rPr>
              <a:t>the</a:t>
            </a:r>
            <a:r>
              <a:rPr sz="1800" spc="-5" dirty="0">
                <a:latin typeface="Arial MT"/>
                <a:cs typeface="Arial MT"/>
              </a:rPr>
              <a:t> </a:t>
            </a:r>
            <a:r>
              <a:rPr sz="1800" spc="-95" dirty="0">
                <a:latin typeface="Arial MT"/>
                <a:cs typeface="Arial MT"/>
              </a:rPr>
              <a:t>Alma</a:t>
            </a:r>
            <a:r>
              <a:rPr sz="1800" spc="25" dirty="0">
                <a:latin typeface="Arial MT"/>
                <a:cs typeface="Arial MT"/>
              </a:rPr>
              <a:t> </a:t>
            </a:r>
            <a:r>
              <a:rPr sz="1800" spc="-10" dirty="0">
                <a:latin typeface="Arial MT"/>
                <a:cs typeface="Arial MT"/>
              </a:rPr>
              <a:t>mater.</a:t>
            </a:r>
            <a:endParaRPr sz="1800">
              <a:latin typeface="Arial MT"/>
              <a:cs typeface="Arial MT"/>
            </a:endParaRPr>
          </a:p>
          <a:p>
            <a:pPr marL="297815" marR="5080" indent="-285750">
              <a:lnSpc>
                <a:spcPct val="150000"/>
              </a:lnSpc>
              <a:buFont typeface="Wingdings" panose="05000000000000000000"/>
              <a:buChar char=""/>
              <a:tabLst>
                <a:tab pos="299085" algn="l"/>
              </a:tabLst>
            </a:pPr>
            <a:r>
              <a:rPr sz="1800" spc="-265" dirty="0">
                <a:latin typeface="Arial MT"/>
                <a:cs typeface="Arial MT"/>
              </a:rPr>
              <a:t>To</a:t>
            </a:r>
            <a:r>
              <a:rPr sz="1800" spc="90" dirty="0">
                <a:latin typeface="Arial MT"/>
                <a:cs typeface="Arial MT"/>
              </a:rPr>
              <a:t> </a:t>
            </a:r>
            <a:r>
              <a:rPr sz="1800" spc="-35" dirty="0">
                <a:latin typeface="Arial MT"/>
                <a:cs typeface="Arial MT"/>
              </a:rPr>
              <a:t>function</a:t>
            </a:r>
            <a:r>
              <a:rPr sz="1800" spc="-90" dirty="0">
                <a:latin typeface="Arial MT"/>
                <a:cs typeface="Arial MT"/>
              </a:rPr>
              <a:t> </a:t>
            </a:r>
            <a:r>
              <a:rPr sz="1800" spc="-20" dirty="0">
                <a:latin typeface="Arial MT"/>
                <a:cs typeface="Arial MT"/>
              </a:rPr>
              <a:t>on</a:t>
            </a:r>
            <a:r>
              <a:rPr sz="1800" spc="-100" dirty="0">
                <a:latin typeface="Arial MT"/>
                <a:cs typeface="Arial MT"/>
              </a:rPr>
              <a:t> </a:t>
            </a:r>
            <a:r>
              <a:rPr sz="1800" dirty="0">
                <a:latin typeface="Arial MT"/>
                <a:cs typeface="Arial MT"/>
              </a:rPr>
              <a:t>a</a:t>
            </a:r>
            <a:r>
              <a:rPr sz="1800" spc="-15" dirty="0">
                <a:latin typeface="Arial MT"/>
                <a:cs typeface="Arial MT"/>
              </a:rPr>
              <a:t> </a:t>
            </a:r>
            <a:r>
              <a:rPr sz="1800" spc="-60" dirty="0">
                <a:latin typeface="Arial MT"/>
                <a:cs typeface="Arial MT"/>
              </a:rPr>
              <a:t>charitable</a:t>
            </a:r>
            <a:r>
              <a:rPr sz="1800" spc="-10" dirty="0">
                <a:latin typeface="Arial MT"/>
                <a:cs typeface="Arial MT"/>
              </a:rPr>
              <a:t> </a:t>
            </a:r>
            <a:r>
              <a:rPr sz="1800" spc="-130" dirty="0">
                <a:latin typeface="Arial MT"/>
                <a:cs typeface="Arial MT"/>
              </a:rPr>
              <a:t>basis,</a:t>
            </a:r>
            <a:r>
              <a:rPr sz="1800" spc="5" dirty="0">
                <a:latin typeface="Arial MT"/>
                <a:cs typeface="Arial MT"/>
              </a:rPr>
              <a:t> </a:t>
            </a:r>
            <a:r>
              <a:rPr sz="1800" spc="-114" dirty="0">
                <a:latin typeface="Arial MT"/>
                <a:cs typeface="Arial MT"/>
              </a:rPr>
              <a:t>and</a:t>
            </a:r>
            <a:r>
              <a:rPr sz="1800" spc="-10" dirty="0">
                <a:latin typeface="Arial MT"/>
                <a:cs typeface="Arial MT"/>
              </a:rPr>
              <a:t> </a:t>
            </a:r>
            <a:r>
              <a:rPr sz="1800" dirty="0">
                <a:latin typeface="Arial MT"/>
                <a:cs typeface="Arial MT"/>
              </a:rPr>
              <a:t>to</a:t>
            </a:r>
            <a:r>
              <a:rPr sz="1800" spc="-5" dirty="0">
                <a:latin typeface="Arial MT"/>
                <a:cs typeface="Arial MT"/>
              </a:rPr>
              <a:t> </a:t>
            </a:r>
            <a:r>
              <a:rPr sz="1800" spc="-10" dirty="0">
                <a:latin typeface="Arial MT"/>
                <a:cs typeface="Arial MT"/>
              </a:rPr>
              <a:t>run</a:t>
            </a:r>
            <a:r>
              <a:rPr sz="1800" spc="-15" dirty="0">
                <a:latin typeface="Arial MT"/>
                <a:cs typeface="Arial MT"/>
              </a:rPr>
              <a:t> </a:t>
            </a:r>
            <a:r>
              <a:rPr sz="1800" dirty="0">
                <a:latin typeface="Arial MT"/>
                <a:cs typeface="Arial MT"/>
              </a:rPr>
              <a:t>the</a:t>
            </a:r>
            <a:r>
              <a:rPr sz="1800" spc="-10" dirty="0">
                <a:latin typeface="Arial MT"/>
                <a:cs typeface="Arial MT"/>
              </a:rPr>
              <a:t> </a:t>
            </a:r>
            <a:r>
              <a:rPr sz="1800" spc="-100" dirty="0">
                <a:latin typeface="Arial MT"/>
                <a:cs typeface="Arial MT"/>
              </a:rPr>
              <a:t>Association</a:t>
            </a:r>
            <a:r>
              <a:rPr sz="1800" spc="-20" dirty="0">
                <a:latin typeface="Arial MT"/>
                <a:cs typeface="Arial MT"/>
              </a:rPr>
              <a:t> </a:t>
            </a:r>
            <a:r>
              <a:rPr sz="1800" spc="-25" dirty="0">
                <a:latin typeface="Arial MT"/>
                <a:cs typeface="Arial MT"/>
              </a:rPr>
              <a:t>on </a:t>
            </a:r>
            <a:r>
              <a:rPr sz="1800" spc="-25" dirty="0">
                <a:latin typeface="Arial MT"/>
                <a:cs typeface="Arial MT"/>
              </a:rPr>
              <a:t>	</a:t>
            </a:r>
            <a:r>
              <a:rPr sz="1800" spc="-20" dirty="0">
                <a:latin typeface="Arial MT"/>
                <a:cs typeface="Arial MT"/>
              </a:rPr>
              <a:t>‘no</a:t>
            </a:r>
            <a:r>
              <a:rPr sz="1800" spc="-65" dirty="0">
                <a:latin typeface="Arial MT"/>
                <a:cs typeface="Arial MT"/>
              </a:rPr>
              <a:t> </a:t>
            </a:r>
            <a:r>
              <a:rPr sz="1800" dirty="0">
                <a:latin typeface="Arial MT"/>
                <a:cs typeface="Arial MT"/>
              </a:rPr>
              <a:t>profit-</a:t>
            </a:r>
            <a:r>
              <a:rPr sz="1800" spc="-35" dirty="0">
                <a:latin typeface="Arial MT"/>
                <a:cs typeface="Arial MT"/>
              </a:rPr>
              <a:t>no</a:t>
            </a:r>
            <a:r>
              <a:rPr sz="1800" spc="-60" dirty="0">
                <a:latin typeface="Arial MT"/>
                <a:cs typeface="Arial MT"/>
              </a:rPr>
              <a:t> </a:t>
            </a:r>
            <a:r>
              <a:rPr sz="1800" spc="-75" dirty="0">
                <a:latin typeface="Arial MT"/>
                <a:cs typeface="Arial MT"/>
              </a:rPr>
              <a:t>loss’</a:t>
            </a:r>
            <a:r>
              <a:rPr sz="1800" spc="-50" dirty="0">
                <a:latin typeface="Arial MT"/>
                <a:cs typeface="Arial MT"/>
              </a:rPr>
              <a:t> </a:t>
            </a:r>
            <a:r>
              <a:rPr sz="1800" spc="-10" dirty="0">
                <a:latin typeface="Arial MT"/>
                <a:cs typeface="Arial MT"/>
              </a:rPr>
              <a:t>basis’.</a:t>
            </a:r>
            <a:endParaRPr sz="1800">
              <a:latin typeface="Arial MT"/>
              <a:cs typeface="Arial MT"/>
            </a:endParaRPr>
          </a:p>
          <a:p>
            <a:pPr marL="297815" marR="438150" indent="-285750">
              <a:lnSpc>
                <a:spcPts val="3240"/>
              </a:lnSpc>
              <a:spcBef>
                <a:spcPts val="290"/>
              </a:spcBef>
              <a:buFont typeface="Wingdings" panose="05000000000000000000"/>
              <a:buChar char=""/>
              <a:tabLst>
                <a:tab pos="299085" algn="l"/>
              </a:tabLst>
            </a:pPr>
            <a:r>
              <a:rPr sz="1800" spc="-265" dirty="0">
                <a:latin typeface="Arial MT"/>
                <a:cs typeface="Arial MT"/>
              </a:rPr>
              <a:t>To</a:t>
            </a:r>
            <a:r>
              <a:rPr sz="1800" spc="90" dirty="0">
                <a:latin typeface="Arial MT"/>
                <a:cs typeface="Arial MT"/>
              </a:rPr>
              <a:t> </a:t>
            </a:r>
            <a:r>
              <a:rPr sz="1800" spc="-35" dirty="0">
                <a:latin typeface="Arial MT"/>
                <a:cs typeface="Arial MT"/>
              </a:rPr>
              <a:t>contribute</a:t>
            </a:r>
            <a:r>
              <a:rPr sz="1800" spc="-90" dirty="0">
                <a:latin typeface="Arial MT"/>
                <a:cs typeface="Arial MT"/>
              </a:rPr>
              <a:t> </a:t>
            </a:r>
            <a:r>
              <a:rPr sz="1800" dirty="0">
                <a:latin typeface="Arial MT"/>
                <a:cs typeface="Arial MT"/>
              </a:rPr>
              <a:t>to</a:t>
            </a:r>
            <a:r>
              <a:rPr sz="1800" spc="10" dirty="0">
                <a:latin typeface="Arial MT"/>
                <a:cs typeface="Arial MT"/>
              </a:rPr>
              <a:t> </a:t>
            </a:r>
            <a:r>
              <a:rPr sz="1800" dirty="0">
                <a:latin typeface="Arial MT"/>
                <a:cs typeface="Arial MT"/>
              </a:rPr>
              <a:t>the</a:t>
            </a:r>
            <a:r>
              <a:rPr sz="1800" spc="5" dirty="0">
                <a:latin typeface="Arial MT"/>
                <a:cs typeface="Arial MT"/>
              </a:rPr>
              <a:t> </a:t>
            </a:r>
            <a:r>
              <a:rPr sz="1800" spc="-90" dirty="0">
                <a:latin typeface="Arial MT"/>
                <a:cs typeface="Arial MT"/>
              </a:rPr>
              <a:t>vision</a:t>
            </a:r>
            <a:r>
              <a:rPr sz="1800" spc="-10" dirty="0">
                <a:latin typeface="Arial MT"/>
                <a:cs typeface="Arial MT"/>
              </a:rPr>
              <a:t> </a:t>
            </a:r>
            <a:r>
              <a:rPr sz="1800" spc="-110" dirty="0">
                <a:latin typeface="Arial MT"/>
                <a:cs typeface="Arial MT"/>
              </a:rPr>
              <a:t>and</a:t>
            </a:r>
            <a:r>
              <a:rPr sz="1800" dirty="0">
                <a:latin typeface="Arial MT"/>
                <a:cs typeface="Arial MT"/>
              </a:rPr>
              <a:t> </a:t>
            </a:r>
            <a:r>
              <a:rPr sz="1800" spc="-65" dirty="0">
                <a:latin typeface="Arial MT"/>
                <a:cs typeface="Arial MT"/>
              </a:rPr>
              <a:t>strengthen</a:t>
            </a:r>
            <a:r>
              <a:rPr sz="1800" spc="-5" dirty="0">
                <a:latin typeface="Arial MT"/>
                <a:cs typeface="Arial MT"/>
              </a:rPr>
              <a:t> </a:t>
            </a:r>
            <a:r>
              <a:rPr sz="1800" dirty="0">
                <a:latin typeface="Arial MT"/>
                <a:cs typeface="Arial MT"/>
              </a:rPr>
              <a:t>the</a:t>
            </a:r>
            <a:r>
              <a:rPr sz="1800" spc="10" dirty="0">
                <a:latin typeface="Arial MT"/>
                <a:cs typeface="Arial MT"/>
              </a:rPr>
              <a:t> </a:t>
            </a:r>
            <a:r>
              <a:rPr sz="1800" spc="-120" dirty="0">
                <a:latin typeface="Arial MT"/>
                <a:cs typeface="Arial MT"/>
              </a:rPr>
              <a:t>image</a:t>
            </a:r>
            <a:r>
              <a:rPr sz="1800" dirty="0">
                <a:latin typeface="Arial MT"/>
                <a:cs typeface="Arial MT"/>
              </a:rPr>
              <a:t> of </a:t>
            </a:r>
            <a:r>
              <a:rPr lang="en-US" altLang="en-US" sz="1800" spc="-40" dirty="0">
                <a:latin typeface="Arial MT"/>
                <a:cs typeface="Arial MT"/>
              </a:rPr>
              <a:t>SDCET</a:t>
            </a:r>
            <a:r>
              <a:rPr sz="1800" spc="15" dirty="0">
                <a:latin typeface="Arial MT"/>
                <a:cs typeface="Arial MT"/>
              </a:rPr>
              <a:t> </a:t>
            </a:r>
            <a:r>
              <a:rPr sz="1800" dirty="0">
                <a:latin typeface="Arial MT"/>
                <a:cs typeface="Arial MT"/>
              </a:rPr>
              <a:t>at</a:t>
            </a:r>
            <a:r>
              <a:rPr sz="1800" spc="10" dirty="0">
                <a:latin typeface="Arial MT"/>
                <a:cs typeface="Arial MT"/>
              </a:rPr>
              <a:t> </a:t>
            </a:r>
            <a:r>
              <a:rPr sz="1800" spc="-65" dirty="0">
                <a:latin typeface="Arial MT"/>
                <a:cs typeface="Arial MT"/>
              </a:rPr>
              <a:t>national</a:t>
            </a:r>
            <a:r>
              <a:rPr sz="1800" spc="15" dirty="0">
                <a:latin typeface="Arial MT"/>
                <a:cs typeface="Arial MT"/>
              </a:rPr>
              <a:t> </a:t>
            </a:r>
            <a:r>
              <a:rPr sz="1800" spc="130" dirty="0">
                <a:latin typeface="Arial MT"/>
                <a:cs typeface="Arial MT"/>
              </a:rPr>
              <a:t>&amp;</a:t>
            </a:r>
            <a:r>
              <a:rPr sz="1800" spc="10" dirty="0">
                <a:latin typeface="Arial MT"/>
                <a:cs typeface="Arial MT"/>
              </a:rPr>
              <a:t> </a:t>
            </a:r>
            <a:r>
              <a:rPr sz="1800" spc="-55" dirty="0">
                <a:latin typeface="Arial MT"/>
                <a:cs typeface="Arial MT"/>
              </a:rPr>
              <a:t>international</a:t>
            </a:r>
            <a:r>
              <a:rPr sz="1800" spc="10" dirty="0">
                <a:latin typeface="Arial MT"/>
                <a:cs typeface="Arial MT"/>
              </a:rPr>
              <a:t> </a:t>
            </a:r>
            <a:r>
              <a:rPr sz="1800" spc="-10" dirty="0">
                <a:latin typeface="Arial MT"/>
                <a:cs typeface="Arial MT"/>
              </a:rPr>
              <a:t>level</a:t>
            </a:r>
            <a:endParaRPr sz="1800">
              <a:latin typeface="Arial MT"/>
              <a:cs typeface="Arial MT"/>
            </a:endParaRPr>
          </a:p>
          <a:p>
            <a:pPr marL="12700" marR="645160">
              <a:lnSpc>
                <a:spcPts val="3240"/>
              </a:lnSpc>
            </a:pPr>
            <a:r>
              <a:rPr sz="1800" spc="-110" dirty="0">
                <a:latin typeface="Arial MT"/>
                <a:cs typeface="Arial MT"/>
              </a:rPr>
              <a:t>Organizing</a:t>
            </a:r>
            <a:r>
              <a:rPr sz="1800" spc="-15" dirty="0">
                <a:latin typeface="Arial MT"/>
                <a:cs typeface="Arial MT"/>
              </a:rPr>
              <a:t> </a:t>
            </a:r>
            <a:r>
              <a:rPr sz="1800" spc="-85" dirty="0">
                <a:latin typeface="Arial MT"/>
                <a:cs typeface="Arial MT"/>
              </a:rPr>
              <a:t>alumni</a:t>
            </a:r>
            <a:r>
              <a:rPr sz="1800" spc="-25" dirty="0">
                <a:latin typeface="Arial MT"/>
                <a:cs typeface="Arial MT"/>
              </a:rPr>
              <a:t> </a:t>
            </a:r>
            <a:r>
              <a:rPr sz="1800" spc="-105" dirty="0">
                <a:latin typeface="Arial MT"/>
                <a:cs typeface="Arial MT"/>
              </a:rPr>
              <a:t>reunions</a:t>
            </a:r>
            <a:r>
              <a:rPr sz="1800" spc="-20" dirty="0">
                <a:latin typeface="Arial MT"/>
                <a:cs typeface="Arial MT"/>
              </a:rPr>
              <a:t> </a:t>
            </a:r>
            <a:r>
              <a:rPr sz="1800" spc="-10" dirty="0">
                <a:latin typeface="Arial MT"/>
                <a:cs typeface="Arial MT"/>
              </a:rPr>
              <a:t>is</a:t>
            </a:r>
            <a:r>
              <a:rPr sz="1800" spc="-20" dirty="0">
                <a:latin typeface="Arial MT"/>
                <a:cs typeface="Arial MT"/>
              </a:rPr>
              <a:t> </a:t>
            </a:r>
            <a:r>
              <a:rPr sz="1800" spc="-95" dirty="0">
                <a:latin typeface="Arial MT"/>
                <a:cs typeface="Arial MT"/>
              </a:rPr>
              <a:t>an</a:t>
            </a:r>
            <a:r>
              <a:rPr sz="1800" spc="-20" dirty="0">
                <a:latin typeface="Arial MT"/>
                <a:cs typeface="Arial MT"/>
              </a:rPr>
              <a:t> </a:t>
            </a:r>
            <a:r>
              <a:rPr sz="1800" spc="-50" dirty="0">
                <a:latin typeface="Arial MT"/>
                <a:cs typeface="Arial MT"/>
              </a:rPr>
              <a:t>integral</a:t>
            </a:r>
            <a:r>
              <a:rPr sz="1800" spc="-20" dirty="0">
                <a:latin typeface="Arial MT"/>
                <a:cs typeface="Arial MT"/>
              </a:rPr>
              <a:t> </a:t>
            </a:r>
            <a:r>
              <a:rPr sz="1800" dirty="0">
                <a:latin typeface="Arial MT"/>
                <a:cs typeface="Arial MT"/>
              </a:rPr>
              <a:t>part</a:t>
            </a:r>
            <a:r>
              <a:rPr sz="1800" spc="-15" dirty="0">
                <a:latin typeface="Arial MT"/>
                <a:cs typeface="Arial MT"/>
              </a:rPr>
              <a:t> </a:t>
            </a:r>
            <a:r>
              <a:rPr sz="1800" dirty="0">
                <a:latin typeface="Arial MT"/>
                <a:cs typeface="Arial MT"/>
              </a:rPr>
              <a:t>of</a:t>
            </a:r>
            <a:r>
              <a:rPr sz="1800" spc="-15" dirty="0">
                <a:latin typeface="Arial MT"/>
                <a:cs typeface="Arial MT"/>
              </a:rPr>
              <a:t> </a:t>
            </a:r>
            <a:r>
              <a:rPr sz="1800" dirty="0">
                <a:latin typeface="Arial MT"/>
                <a:cs typeface="Arial MT"/>
              </a:rPr>
              <a:t>the</a:t>
            </a:r>
            <a:r>
              <a:rPr sz="1800" spc="-15" dirty="0">
                <a:latin typeface="Arial MT"/>
                <a:cs typeface="Arial MT"/>
              </a:rPr>
              <a:t> </a:t>
            </a:r>
            <a:r>
              <a:rPr sz="1800" spc="-65" dirty="0">
                <a:latin typeface="Arial MT"/>
                <a:cs typeface="Arial MT"/>
              </a:rPr>
              <a:t>Alumni </a:t>
            </a:r>
            <a:r>
              <a:rPr sz="1800" spc="-100" dirty="0">
                <a:latin typeface="Arial MT"/>
                <a:cs typeface="Arial MT"/>
              </a:rPr>
              <a:t>Association</a:t>
            </a:r>
            <a:r>
              <a:rPr sz="1800" spc="45" dirty="0">
                <a:latin typeface="Arial MT"/>
                <a:cs typeface="Arial MT"/>
              </a:rPr>
              <a:t> </a:t>
            </a:r>
            <a:r>
              <a:rPr sz="1800" dirty="0">
                <a:latin typeface="Arial MT"/>
                <a:cs typeface="Arial MT"/>
              </a:rPr>
              <a:t>of</a:t>
            </a:r>
            <a:r>
              <a:rPr sz="1800" spc="55" dirty="0">
                <a:latin typeface="Arial MT"/>
                <a:cs typeface="Arial MT"/>
              </a:rPr>
              <a:t> </a:t>
            </a:r>
            <a:r>
              <a:rPr lang="en-US" altLang="en-US" sz="1800" spc="-10" dirty="0">
                <a:latin typeface="Arial MT"/>
                <a:cs typeface="Arial MT"/>
              </a:rPr>
              <a:t>SDCET</a:t>
            </a:r>
            <a:endParaRPr lang="en-US" altLang="en-US" sz="1800" spc="-10" dirty="0">
              <a:latin typeface="Arial MT"/>
              <a:cs typeface="Arial MT"/>
            </a:endParaRPr>
          </a:p>
        </p:txBody>
      </p:sp>
      <p:sp>
        <p:nvSpPr>
          <p:cNvPr id="10" name="object 10" descr="$PPTXTitle"/>
          <p:cNvSpPr txBox="1">
            <a:spLocks noGrp="1"/>
          </p:cNvSpPr>
          <p:nvPr>
            <p:ph type="title"/>
          </p:nvPr>
        </p:nvSpPr>
        <p:spPr>
          <a:xfrm>
            <a:off x="6174485" y="556641"/>
            <a:ext cx="4674235" cy="1183640"/>
          </a:xfrm>
          <a:prstGeom prst="rect">
            <a:avLst/>
          </a:prstGeom>
        </p:spPr>
        <p:txBody>
          <a:bodyPr vert="horz" wrap="square" lIns="0" tIns="81280" rIns="0" bIns="0" rtlCol="0">
            <a:spAutoFit/>
          </a:bodyPr>
          <a:lstStyle/>
          <a:p>
            <a:pPr marL="12700" marR="5080">
              <a:lnSpc>
                <a:spcPts val="4320"/>
              </a:lnSpc>
              <a:spcBef>
                <a:spcPts val="640"/>
              </a:spcBef>
            </a:pPr>
            <a:r>
              <a:rPr dirty="0">
                <a:solidFill>
                  <a:srgbClr val="1F4E79"/>
                </a:solidFill>
              </a:rPr>
              <a:t>Purpose</a:t>
            </a:r>
            <a:r>
              <a:rPr spc="-65" dirty="0">
                <a:solidFill>
                  <a:srgbClr val="1F4E79"/>
                </a:solidFill>
              </a:rPr>
              <a:t> </a:t>
            </a:r>
            <a:r>
              <a:rPr dirty="0">
                <a:solidFill>
                  <a:srgbClr val="1F4E79"/>
                </a:solidFill>
              </a:rPr>
              <a:t>as</a:t>
            </a:r>
            <a:r>
              <a:rPr spc="-20" dirty="0">
                <a:solidFill>
                  <a:srgbClr val="1F4E79"/>
                </a:solidFill>
              </a:rPr>
              <a:t> </a:t>
            </a:r>
            <a:r>
              <a:rPr spc="125" dirty="0">
                <a:solidFill>
                  <a:srgbClr val="1F4E79"/>
                </a:solidFill>
              </a:rPr>
              <a:t>per</a:t>
            </a:r>
            <a:r>
              <a:rPr spc="-55" dirty="0">
                <a:solidFill>
                  <a:srgbClr val="1F4E79"/>
                </a:solidFill>
              </a:rPr>
              <a:t> </a:t>
            </a:r>
            <a:r>
              <a:rPr spc="25" dirty="0">
                <a:solidFill>
                  <a:srgbClr val="1F4E79"/>
                </a:solidFill>
              </a:rPr>
              <a:t>the </a:t>
            </a:r>
            <a:r>
              <a:rPr spc="-10" dirty="0">
                <a:solidFill>
                  <a:srgbClr val="1F4E79"/>
                </a:solidFill>
              </a:rPr>
              <a:t>Constitution</a:t>
            </a:r>
            <a:endParaRPr spc="-10" dirty="0">
              <a:solidFill>
                <a:srgbClr val="1F4E7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156" y="1939981"/>
            <a:ext cx="612775" cy="3782060"/>
          </a:xfrm>
          <a:prstGeom prst="rect">
            <a:avLst/>
          </a:prstGeom>
        </p:spPr>
        <p:txBody>
          <a:bodyPr vert="vert270" wrap="square" lIns="0" tIns="0" rIns="0" bIns="0" rtlCol="0">
            <a:spAutoFit/>
          </a:bodyPr>
          <a:lstStyle/>
          <a:p>
            <a:pPr marL="12700">
              <a:lnSpc>
                <a:spcPts val="4680"/>
              </a:lnSpc>
            </a:pPr>
            <a:r>
              <a:rPr sz="4000" b="1" spc="-20" dirty="0">
                <a:solidFill>
                  <a:srgbClr val="2D75B6"/>
                </a:solidFill>
                <a:latin typeface="Arial" panose="020B0604020202020204"/>
                <a:cs typeface="Arial" panose="020B0604020202020204"/>
              </a:rPr>
              <a:t>Alumni</a:t>
            </a:r>
            <a:r>
              <a:rPr sz="4000" b="1" spc="-229" dirty="0">
                <a:solidFill>
                  <a:srgbClr val="2D75B6"/>
                </a:solidFill>
                <a:latin typeface="Arial" panose="020B0604020202020204"/>
                <a:cs typeface="Arial" panose="020B0604020202020204"/>
              </a:rPr>
              <a:t> </a:t>
            </a:r>
            <a:r>
              <a:rPr sz="4000" b="1" dirty="0">
                <a:solidFill>
                  <a:srgbClr val="2D75B6"/>
                </a:solidFill>
                <a:latin typeface="Arial" panose="020B0604020202020204"/>
                <a:cs typeface="Arial" panose="020B0604020202020204"/>
              </a:rPr>
              <a:t>in</a:t>
            </a:r>
            <a:r>
              <a:rPr sz="4000" b="1" spc="-195" dirty="0">
                <a:solidFill>
                  <a:srgbClr val="2D75B6"/>
                </a:solidFill>
                <a:latin typeface="Arial" panose="020B0604020202020204"/>
                <a:cs typeface="Arial" panose="020B0604020202020204"/>
              </a:rPr>
              <a:t> </a:t>
            </a:r>
            <a:r>
              <a:rPr sz="4000" b="1" spc="-20" dirty="0">
                <a:solidFill>
                  <a:srgbClr val="2D75B6"/>
                </a:solidFill>
                <a:latin typeface="Arial" panose="020B0604020202020204"/>
                <a:cs typeface="Arial" panose="020B0604020202020204"/>
              </a:rPr>
              <a:t>focus</a:t>
            </a:r>
            <a:endParaRPr sz="4000">
              <a:latin typeface="Arial" panose="020B0604020202020204"/>
              <a:cs typeface="Arial" panose="020B0604020202020204"/>
            </a:endParaRPr>
          </a:p>
        </p:txBody>
      </p:sp>
      <p:pic>
        <p:nvPicPr>
          <p:cNvPr id="3" name="object 3"/>
          <p:cNvPicPr/>
          <p:nvPr/>
        </p:nvPicPr>
        <p:blipFill>
          <a:blip r:embed="rId1" cstate="print"/>
          <a:stretch>
            <a:fillRect/>
          </a:stretch>
        </p:blipFill>
        <p:spPr>
          <a:xfrm>
            <a:off x="726948" y="1124711"/>
            <a:ext cx="8871204" cy="2676144"/>
          </a:xfrm>
          <a:prstGeom prst="rect">
            <a:avLst/>
          </a:prstGeom>
        </p:spPr>
      </p:pic>
      <p:sp>
        <p:nvSpPr>
          <p:cNvPr id="4" name="object 4"/>
          <p:cNvSpPr txBox="1"/>
          <p:nvPr/>
        </p:nvSpPr>
        <p:spPr>
          <a:xfrm>
            <a:off x="2061210" y="1417916"/>
            <a:ext cx="7200265" cy="1835150"/>
          </a:xfrm>
          <a:prstGeom prst="rect">
            <a:avLst/>
          </a:prstGeom>
        </p:spPr>
        <p:txBody>
          <a:bodyPr vert="horz" wrap="square" lIns="0" tIns="27305" rIns="0" bIns="0" rtlCol="0">
            <a:spAutoFit/>
          </a:bodyPr>
          <a:lstStyle/>
          <a:p>
            <a:pPr marL="239395" marR="228600" algn="ctr">
              <a:lnSpc>
                <a:spcPct val="147000"/>
              </a:lnSpc>
              <a:spcBef>
                <a:spcPts val="215"/>
              </a:spcBef>
            </a:pPr>
            <a:r>
              <a:rPr lang="en-US" altLang="en-US" sz="1600" b="1" spc="55" dirty="0">
                <a:solidFill>
                  <a:srgbClr val="001F5F"/>
                </a:solidFill>
                <a:latin typeface="Arial" panose="020B0604020202020204"/>
                <a:cs typeface="Arial" panose="020B0604020202020204"/>
              </a:rPr>
              <a:t>SANDHI JAIN</a:t>
            </a:r>
            <a:r>
              <a:rPr sz="1600" b="1" spc="55" dirty="0">
                <a:solidFill>
                  <a:srgbClr val="001F5F"/>
                </a:solidFill>
                <a:latin typeface="Arial" panose="020B0604020202020204"/>
                <a:cs typeface="Arial" panose="020B0604020202020204"/>
              </a:rPr>
              <a:t> </a:t>
            </a:r>
            <a:r>
              <a:rPr sz="1600" b="1" dirty="0">
                <a:solidFill>
                  <a:srgbClr val="001F5F"/>
                </a:solidFill>
                <a:latin typeface="Arial" panose="020B0604020202020204"/>
                <a:cs typeface="Arial" panose="020B0604020202020204"/>
              </a:rPr>
              <a:t>(BT/</a:t>
            </a:r>
            <a:r>
              <a:rPr lang="en-US" altLang="en-US" sz="1600" b="1" dirty="0">
                <a:solidFill>
                  <a:srgbClr val="001F5F"/>
                </a:solidFill>
                <a:latin typeface="Arial" panose="020B0604020202020204"/>
                <a:cs typeface="Arial" panose="020B0604020202020204"/>
              </a:rPr>
              <a:t>CS</a:t>
            </a:r>
            <a:r>
              <a:rPr sz="1600" b="1" dirty="0">
                <a:solidFill>
                  <a:srgbClr val="001F5F"/>
                </a:solidFill>
                <a:latin typeface="Arial" panose="020B0604020202020204"/>
                <a:cs typeface="Arial" panose="020B0604020202020204"/>
              </a:rPr>
              <a:t>/</a:t>
            </a:r>
            <a:r>
              <a:rPr lang="en-US" altLang="en-US" sz="1600" b="1" dirty="0">
                <a:solidFill>
                  <a:srgbClr val="001F5F"/>
                </a:solidFill>
                <a:latin typeface="Arial" panose="020B0604020202020204"/>
                <a:cs typeface="Arial" panose="020B0604020202020204"/>
              </a:rPr>
              <a:t>2018</a:t>
            </a:r>
            <a:r>
              <a:rPr sz="1600" b="1" dirty="0">
                <a:solidFill>
                  <a:srgbClr val="001F5F"/>
                </a:solidFill>
                <a:latin typeface="Arial" panose="020B0604020202020204"/>
                <a:cs typeface="Arial" panose="020B0604020202020204"/>
              </a:rPr>
              <a:t>)</a:t>
            </a:r>
            <a:r>
              <a:rPr sz="1600" b="1" spc="-75" dirty="0">
                <a:solidFill>
                  <a:srgbClr val="001F5F"/>
                </a:solidFill>
                <a:latin typeface="Arial" panose="020B0604020202020204"/>
                <a:cs typeface="Arial" panose="020B0604020202020204"/>
              </a:rPr>
              <a:t> </a:t>
            </a:r>
            <a:r>
              <a:rPr lang="en-US" altLang="en-US" sz="1600" b="1" spc="-75" dirty="0">
                <a:solidFill>
                  <a:srgbClr val="001F5F"/>
                </a:solidFill>
                <a:latin typeface="Arial" panose="020B0604020202020204"/>
                <a:cs typeface="Arial" panose="020B0604020202020204"/>
              </a:rPr>
              <a:t> is an Indian Defence Accounts Service (IDAS) officer of the 2021 batch. She cleared the Union Public Service Commission (UPSC) Civil Services Examination in 2020, securing All India Rank (AIR) 329, and subsequently joined the Controller General of Defence Accounts (CGDA) organization under the Ministry of Defence. </a:t>
            </a:r>
            <a:endParaRPr lang="en-US" altLang="en-US" sz="1600" b="1" spc="-75" dirty="0">
              <a:solidFill>
                <a:srgbClr val="001F5F"/>
              </a:solidFill>
              <a:latin typeface="Arial" panose="020B0604020202020204"/>
              <a:cs typeface="Arial" panose="020B0604020202020204"/>
            </a:endParaRPr>
          </a:p>
        </p:txBody>
      </p:sp>
      <p:pic>
        <p:nvPicPr>
          <p:cNvPr id="8" name="object 8"/>
          <p:cNvPicPr/>
          <p:nvPr/>
        </p:nvPicPr>
        <p:blipFill>
          <a:blip r:embed="rId1" cstate="print"/>
          <a:stretch>
            <a:fillRect/>
          </a:stretch>
        </p:blipFill>
        <p:spPr>
          <a:xfrm>
            <a:off x="682625" y="3910330"/>
            <a:ext cx="8869680" cy="2675890"/>
          </a:xfrm>
          <a:prstGeom prst="rect">
            <a:avLst/>
          </a:prstGeom>
        </p:spPr>
      </p:pic>
      <p:sp>
        <p:nvSpPr>
          <p:cNvPr id="9" name="object 9"/>
          <p:cNvSpPr txBox="1"/>
          <p:nvPr/>
        </p:nvSpPr>
        <p:spPr>
          <a:xfrm>
            <a:off x="2186305" y="4020820"/>
            <a:ext cx="7282180" cy="1828165"/>
          </a:xfrm>
          <a:prstGeom prst="rect">
            <a:avLst/>
          </a:prstGeom>
        </p:spPr>
        <p:txBody>
          <a:bodyPr vert="horz" wrap="square" lIns="0" tIns="20320" rIns="0" bIns="0" rtlCol="0">
            <a:spAutoFit/>
          </a:bodyPr>
          <a:lstStyle/>
          <a:p>
            <a:pPr marR="228600">
              <a:lnSpc>
                <a:spcPct val="147000"/>
              </a:lnSpc>
              <a:spcBef>
                <a:spcPts val="215"/>
              </a:spcBef>
            </a:pPr>
            <a:r>
              <a:rPr lang="en-US" altLang="en-US" sz="1600" b="1" spc="-120" dirty="0">
                <a:solidFill>
                  <a:srgbClr val="001F5F"/>
                </a:solidFill>
                <a:latin typeface="Arial" panose="020B0604020202020204"/>
                <a:cs typeface="Arial" panose="020B0604020202020204"/>
              </a:rPr>
              <a:t>RAHUL SINGH</a:t>
            </a:r>
            <a:r>
              <a:rPr sz="1600" b="1" spc="75" dirty="0">
                <a:solidFill>
                  <a:srgbClr val="001F5F"/>
                </a:solidFill>
                <a:latin typeface="Arial" panose="020B0604020202020204"/>
                <a:cs typeface="Arial" panose="020B0604020202020204"/>
              </a:rPr>
              <a:t> </a:t>
            </a:r>
            <a:r>
              <a:rPr sz="1600" b="1" dirty="0">
                <a:solidFill>
                  <a:srgbClr val="001F5F"/>
                </a:solidFill>
                <a:latin typeface="Arial" panose="020B0604020202020204"/>
                <a:cs typeface="Arial" panose="020B0604020202020204"/>
              </a:rPr>
              <a:t>(BT/</a:t>
            </a:r>
            <a:r>
              <a:rPr lang="en-US" altLang="en-US" sz="1600" b="1" dirty="0">
                <a:solidFill>
                  <a:srgbClr val="001F5F"/>
                </a:solidFill>
                <a:latin typeface="Arial" panose="020B0604020202020204"/>
                <a:cs typeface="Arial" panose="020B0604020202020204"/>
              </a:rPr>
              <a:t>EC</a:t>
            </a:r>
            <a:r>
              <a:rPr sz="1600" b="1" dirty="0">
                <a:solidFill>
                  <a:srgbClr val="001F5F"/>
                </a:solidFill>
                <a:latin typeface="Arial" panose="020B0604020202020204"/>
                <a:cs typeface="Arial" panose="020B0604020202020204"/>
              </a:rPr>
              <a:t>/</a:t>
            </a:r>
            <a:r>
              <a:rPr lang="en-US" altLang="en-US" sz="1600" b="1" dirty="0">
                <a:solidFill>
                  <a:srgbClr val="001F5F"/>
                </a:solidFill>
                <a:latin typeface="Arial" panose="020B0604020202020204"/>
                <a:cs typeface="Arial" panose="020B0604020202020204"/>
              </a:rPr>
              <a:t>2007</a:t>
            </a:r>
            <a:r>
              <a:rPr sz="1600" b="1" dirty="0">
                <a:solidFill>
                  <a:srgbClr val="001F5F"/>
                </a:solidFill>
                <a:latin typeface="Arial" panose="020B0604020202020204"/>
                <a:cs typeface="Arial" panose="020B0604020202020204"/>
              </a:rPr>
              <a:t>)</a:t>
            </a:r>
            <a:r>
              <a:rPr sz="1600" b="1" spc="80" dirty="0">
                <a:solidFill>
                  <a:srgbClr val="001F5F"/>
                </a:solidFill>
                <a:latin typeface="Arial" panose="020B0604020202020204"/>
                <a:cs typeface="Arial" panose="020B0604020202020204"/>
              </a:rPr>
              <a:t>  </a:t>
            </a:r>
            <a:r>
              <a:rPr lang="en-US" altLang="en-US" sz="1600" b="1" spc="-75" dirty="0">
                <a:solidFill>
                  <a:srgbClr val="001F5F"/>
                </a:solidFill>
                <a:latin typeface="Arial" panose="020B0604020202020204"/>
                <a:cs typeface="Arial" panose="020B0604020202020204"/>
                <a:sym typeface="+mn-ea"/>
              </a:rPr>
              <a:t>is an IndianENGINEERINGService (IES) officer of the 2012 batch. </a:t>
            </a:r>
            <a:r>
              <a:rPr lang="en-US" altLang="en-US" sz="1600" b="1" spc="-75" dirty="0">
                <a:solidFill>
                  <a:srgbClr val="001F5F"/>
                </a:solidFill>
                <a:latin typeface="Arial" panose="020B0604020202020204"/>
                <a:cs typeface="Arial" panose="020B0604020202020204"/>
                <a:sym typeface="+mn-ea"/>
              </a:rPr>
              <a:t>He cleared theIndian Engineering Services (IES), officially called the Engineering Services Examination (ESE) conducted by UPSC,2012, securing All India Rank (AIR) 02, and subsequently joined the Chief Engineer in INDIAN RAILWAYS ,LUCKNOW</a:t>
            </a:r>
            <a:endParaRPr lang="en-US" altLang="en-US" sz="1600" b="1" spc="65" dirty="0">
              <a:solidFill>
                <a:srgbClr val="FFFFFF"/>
              </a:solidFill>
              <a:latin typeface="Arial" panose="020B0604020202020204"/>
              <a:cs typeface="Arial" panose="020B0604020202020204"/>
            </a:endParaRPr>
          </a:p>
        </p:txBody>
      </p:sp>
      <p:pic>
        <p:nvPicPr>
          <p:cNvPr id="10" name="Picture 9" descr="WhatsApp Image 2026-08-05 at 11.29.29 AM"/>
          <p:cNvPicPr>
            <a:picLocks noChangeAspect="1"/>
          </p:cNvPicPr>
          <p:nvPr/>
        </p:nvPicPr>
        <p:blipFill>
          <a:blip r:embed="rId2"/>
          <a:stretch>
            <a:fillRect/>
          </a:stretch>
        </p:blipFill>
        <p:spPr>
          <a:xfrm>
            <a:off x="9468485" y="1050925"/>
            <a:ext cx="2418080" cy="2693670"/>
          </a:xfrm>
          <a:prstGeom prst="rect">
            <a:avLst/>
          </a:prstGeom>
        </p:spPr>
      </p:pic>
      <p:pic>
        <p:nvPicPr>
          <p:cNvPr id="11" name="Picture 10" descr="WhatsApp Image 2026-08-05 at 11.31.26 AM"/>
          <p:cNvPicPr>
            <a:picLocks noChangeAspect="1"/>
          </p:cNvPicPr>
          <p:nvPr/>
        </p:nvPicPr>
        <p:blipFill>
          <a:blip r:embed="rId3"/>
          <a:stretch>
            <a:fillRect/>
          </a:stretch>
        </p:blipFill>
        <p:spPr>
          <a:xfrm>
            <a:off x="9455150" y="3962400"/>
            <a:ext cx="2432050" cy="26568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65639" y="1939981"/>
            <a:ext cx="612775" cy="3782060"/>
          </a:xfrm>
          <a:prstGeom prst="rect">
            <a:avLst/>
          </a:prstGeom>
        </p:spPr>
        <p:txBody>
          <a:bodyPr vert="vert270" wrap="square" lIns="0" tIns="0" rIns="0" bIns="0" rtlCol="0">
            <a:spAutoFit/>
          </a:bodyPr>
          <a:lstStyle/>
          <a:p>
            <a:pPr marL="12700">
              <a:lnSpc>
                <a:spcPts val="4680"/>
              </a:lnSpc>
            </a:pPr>
            <a:r>
              <a:rPr sz="4000" b="1" spc="-20" dirty="0">
                <a:solidFill>
                  <a:srgbClr val="2D75B6"/>
                </a:solidFill>
                <a:latin typeface="Arial" panose="020B0604020202020204"/>
                <a:cs typeface="Arial" panose="020B0604020202020204"/>
              </a:rPr>
              <a:t>Alumni</a:t>
            </a:r>
            <a:r>
              <a:rPr sz="4000" b="1" spc="-229" dirty="0">
                <a:solidFill>
                  <a:srgbClr val="2D75B6"/>
                </a:solidFill>
                <a:latin typeface="Arial" panose="020B0604020202020204"/>
                <a:cs typeface="Arial" panose="020B0604020202020204"/>
              </a:rPr>
              <a:t> </a:t>
            </a:r>
            <a:r>
              <a:rPr sz="4000" b="1" dirty="0">
                <a:solidFill>
                  <a:srgbClr val="2D75B6"/>
                </a:solidFill>
                <a:latin typeface="Arial" panose="020B0604020202020204"/>
                <a:cs typeface="Arial" panose="020B0604020202020204"/>
              </a:rPr>
              <a:t>in</a:t>
            </a:r>
            <a:r>
              <a:rPr sz="4000" b="1" spc="-195" dirty="0">
                <a:solidFill>
                  <a:srgbClr val="2D75B6"/>
                </a:solidFill>
                <a:latin typeface="Arial" panose="020B0604020202020204"/>
                <a:cs typeface="Arial" panose="020B0604020202020204"/>
              </a:rPr>
              <a:t> </a:t>
            </a:r>
            <a:r>
              <a:rPr sz="4000" b="1" spc="-20" dirty="0">
                <a:solidFill>
                  <a:srgbClr val="2D75B6"/>
                </a:solidFill>
                <a:latin typeface="Arial" panose="020B0604020202020204"/>
                <a:cs typeface="Arial" panose="020B0604020202020204"/>
              </a:rPr>
              <a:t>focus</a:t>
            </a:r>
            <a:endParaRPr sz="4000">
              <a:latin typeface="Arial" panose="020B0604020202020204"/>
              <a:cs typeface="Arial" panose="020B0604020202020204"/>
            </a:endParaRPr>
          </a:p>
        </p:txBody>
      </p:sp>
      <p:pic>
        <p:nvPicPr>
          <p:cNvPr id="3" name="object 3"/>
          <p:cNvPicPr/>
          <p:nvPr/>
        </p:nvPicPr>
        <p:blipFill>
          <a:blip r:embed="rId1" cstate="print"/>
          <a:stretch>
            <a:fillRect/>
          </a:stretch>
        </p:blipFill>
        <p:spPr>
          <a:xfrm>
            <a:off x="2758439" y="999744"/>
            <a:ext cx="8869679" cy="2676143"/>
          </a:xfrm>
          <a:prstGeom prst="rect">
            <a:avLst/>
          </a:prstGeom>
        </p:spPr>
      </p:pic>
      <p:sp>
        <p:nvSpPr>
          <p:cNvPr id="4" name="object 4"/>
          <p:cNvSpPr txBox="1"/>
          <p:nvPr/>
        </p:nvSpPr>
        <p:spPr>
          <a:xfrm>
            <a:off x="2797175" y="1407160"/>
            <a:ext cx="7475855" cy="1257300"/>
          </a:xfrm>
          <a:prstGeom prst="rect">
            <a:avLst/>
          </a:prstGeom>
        </p:spPr>
        <p:txBody>
          <a:bodyPr vert="horz" wrap="square" lIns="0" tIns="20955" rIns="0" bIns="0" rtlCol="0">
            <a:spAutoFit/>
          </a:bodyPr>
          <a:lstStyle/>
          <a:p>
            <a:pPr marL="12065" marR="5080" indent="635" algn="ctr">
              <a:lnSpc>
                <a:spcPct val="149000"/>
              </a:lnSpc>
              <a:spcBef>
                <a:spcPts val="165"/>
              </a:spcBef>
            </a:pPr>
            <a:r>
              <a:rPr lang="en-US" altLang="en-US" sz="1600" b="1" spc="-120" dirty="0">
                <a:solidFill>
                  <a:schemeClr val="tx1"/>
                </a:solidFill>
                <a:latin typeface="Arial" panose="020B0604020202020204"/>
                <a:cs typeface="Arial" panose="020B0604020202020204"/>
              </a:rPr>
              <a:t>AAKASH</a:t>
            </a:r>
            <a:r>
              <a:rPr sz="1600" b="1" spc="85" dirty="0">
                <a:solidFill>
                  <a:schemeClr val="tx1"/>
                </a:solidFill>
                <a:latin typeface="Arial" panose="020B0604020202020204"/>
                <a:cs typeface="Arial" panose="020B0604020202020204"/>
              </a:rPr>
              <a:t> </a:t>
            </a:r>
            <a:r>
              <a:rPr sz="1600" b="1" dirty="0">
                <a:solidFill>
                  <a:schemeClr val="tx1"/>
                </a:solidFill>
                <a:latin typeface="Arial" panose="020B0604020202020204"/>
                <a:cs typeface="Arial" panose="020B0604020202020204"/>
              </a:rPr>
              <a:t>(BT/E</a:t>
            </a:r>
            <a:r>
              <a:rPr lang="en-US" altLang="en-US" sz="1600" b="1" dirty="0">
                <a:solidFill>
                  <a:schemeClr val="tx1"/>
                </a:solidFill>
                <a:latin typeface="Arial" panose="020B0604020202020204"/>
                <a:cs typeface="Arial" panose="020B0604020202020204"/>
              </a:rPr>
              <a:t>C</a:t>
            </a:r>
            <a:r>
              <a:rPr sz="1600" b="1" dirty="0">
                <a:solidFill>
                  <a:schemeClr val="tx1"/>
                </a:solidFill>
                <a:latin typeface="Arial" panose="020B0604020202020204"/>
                <a:cs typeface="Arial" panose="020B0604020202020204"/>
              </a:rPr>
              <a:t>/</a:t>
            </a:r>
            <a:r>
              <a:rPr lang="en-US" altLang="en-US" sz="1600" b="1" dirty="0">
                <a:solidFill>
                  <a:schemeClr val="tx1"/>
                </a:solidFill>
                <a:latin typeface="Arial" panose="020B0604020202020204"/>
                <a:cs typeface="Arial" panose="020B0604020202020204"/>
              </a:rPr>
              <a:t>2015</a:t>
            </a:r>
            <a:r>
              <a:rPr sz="1600" b="1" dirty="0">
                <a:solidFill>
                  <a:schemeClr val="tx1"/>
                </a:solidFill>
                <a:latin typeface="Arial" panose="020B0604020202020204"/>
                <a:cs typeface="Arial" panose="020B0604020202020204"/>
              </a:rPr>
              <a:t>)</a:t>
            </a:r>
            <a:r>
              <a:rPr sz="1600" b="1" spc="10" dirty="0">
                <a:solidFill>
                  <a:schemeClr val="tx1"/>
                </a:solidFill>
                <a:latin typeface="Arial" panose="020B0604020202020204"/>
                <a:cs typeface="Arial" panose="020B0604020202020204"/>
              </a:rPr>
              <a:t> </a:t>
            </a:r>
            <a:r>
              <a:rPr lang="en-US" altLang="en-US" sz="1600" b="1" spc="10" dirty="0">
                <a:solidFill>
                  <a:schemeClr val="tx1"/>
                </a:solidFill>
                <a:latin typeface="Arial" panose="020B0604020202020204"/>
                <a:cs typeface="Arial" panose="020B0604020202020204"/>
              </a:rPr>
              <a:t>have</a:t>
            </a:r>
            <a:r>
              <a:rPr sz="1800" b="1" spc="35" dirty="0">
                <a:solidFill>
                  <a:schemeClr val="tx1"/>
                </a:solidFill>
                <a:latin typeface="Arial" panose="020B0604020202020204"/>
                <a:cs typeface="Arial" panose="020B0604020202020204"/>
              </a:rPr>
              <a:t> </a:t>
            </a:r>
            <a:r>
              <a:rPr lang="en-US" altLang="en-US" sz="1800" b="1" spc="-20" dirty="0">
                <a:solidFill>
                  <a:schemeClr val="tx1"/>
                </a:solidFill>
                <a:latin typeface="Arial" panose="020B0604020202020204"/>
                <a:cs typeface="Arial" panose="020B0604020202020204"/>
              </a:rPr>
              <a:t>joined National High speed project ( Bullet train) in surat as a</a:t>
            </a:r>
            <a:r>
              <a:rPr lang="en-US" altLang="en-US" sz="1800" b="1" u="none" strike="noStrike" kern="0" cap="all" spc="-20" normalizeH="0" dirty="0">
                <a:solidFill>
                  <a:schemeClr val="tx1"/>
                </a:solidFill>
                <a:uFillTx/>
                <a:latin typeface="Arial" panose="020B0604020202020204"/>
                <a:cs typeface="Arial" panose="020B0604020202020204"/>
              </a:rPr>
              <a:t> Integrated testing and commissioning engineer</a:t>
            </a:r>
            <a:endParaRPr lang="en-US" altLang="en-US" sz="1800" b="1" u="none" strike="noStrike" kern="0" cap="all" spc="-20" normalizeH="0" dirty="0">
              <a:solidFill>
                <a:schemeClr val="tx1"/>
              </a:solidFill>
              <a:uFillTx/>
              <a:latin typeface="Arial" panose="020B0604020202020204"/>
              <a:cs typeface="Arial" panose="020B0604020202020204"/>
            </a:endParaRPr>
          </a:p>
        </p:txBody>
      </p:sp>
      <p:pic>
        <p:nvPicPr>
          <p:cNvPr id="5" name="object 5"/>
          <p:cNvPicPr/>
          <p:nvPr/>
        </p:nvPicPr>
        <p:blipFill>
          <a:blip r:embed="rId1" cstate="print"/>
          <a:stretch>
            <a:fillRect/>
          </a:stretch>
        </p:blipFill>
        <p:spPr>
          <a:xfrm>
            <a:off x="2788920" y="3950208"/>
            <a:ext cx="8869680" cy="2676144"/>
          </a:xfrm>
          <a:prstGeom prst="rect">
            <a:avLst/>
          </a:prstGeom>
        </p:spPr>
      </p:pic>
      <p:sp>
        <p:nvSpPr>
          <p:cNvPr id="6" name="object 6"/>
          <p:cNvSpPr txBox="1"/>
          <p:nvPr/>
        </p:nvSpPr>
        <p:spPr>
          <a:xfrm>
            <a:off x="3140710" y="4046220"/>
            <a:ext cx="7442200" cy="1949450"/>
          </a:xfrm>
          <a:prstGeom prst="rect">
            <a:avLst/>
          </a:prstGeom>
        </p:spPr>
        <p:txBody>
          <a:bodyPr vert="horz" wrap="square" lIns="0" tIns="19685" rIns="0" bIns="0" rtlCol="0">
            <a:noAutofit/>
          </a:bodyPr>
          <a:lstStyle/>
          <a:p>
            <a:pPr marL="12700" marR="5080" indent="-1270" algn="ctr">
              <a:lnSpc>
                <a:spcPct val="150000"/>
              </a:lnSpc>
              <a:spcBef>
                <a:spcPts val="155"/>
              </a:spcBef>
            </a:pPr>
            <a:r>
              <a:rPr lang="en-US" altLang="en-US" sz="1600" b="1" spc="-40" dirty="0">
                <a:solidFill>
                  <a:srgbClr val="001F5F"/>
                </a:solidFill>
                <a:latin typeface="Arial" panose="020B0604020202020204"/>
                <a:cs typeface="Arial" panose="020B0604020202020204"/>
                <a:sym typeface="+mn-ea"/>
              </a:rPr>
              <a:t>M</a:t>
            </a:r>
            <a:r>
              <a:rPr lang="en-US" altLang="en-US" sz="1800" b="1" spc="-40" dirty="0">
                <a:solidFill>
                  <a:srgbClr val="001F5F"/>
                </a:solidFill>
                <a:latin typeface="Arial" panose="020B0604020202020204"/>
                <a:cs typeface="Arial" panose="020B0604020202020204"/>
                <a:sym typeface="+mn-ea"/>
              </a:rPr>
              <a:t>s. Akanksha Goel</a:t>
            </a:r>
            <a:r>
              <a:rPr sz="1800" b="1" spc="85" dirty="0">
                <a:solidFill>
                  <a:srgbClr val="001F5F"/>
                </a:solidFill>
                <a:latin typeface="Arial" panose="020B0604020202020204"/>
                <a:cs typeface="Arial" panose="020B0604020202020204"/>
              </a:rPr>
              <a:t> </a:t>
            </a:r>
            <a:r>
              <a:rPr sz="1800" b="1" dirty="0">
                <a:solidFill>
                  <a:srgbClr val="001F5F"/>
                </a:solidFill>
                <a:latin typeface="Arial" panose="020B0604020202020204"/>
                <a:cs typeface="Arial" panose="020B0604020202020204"/>
              </a:rPr>
              <a:t>(BT/C</a:t>
            </a:r>
            <a:r>
              <a:rPr lang="en-US" altLang="en-US" sz="1800" b="1" dirty="0">
                <a:solidFill>
                  <a:srgbClr val="001F5F"/>
                </a:solidFill>
                <a:latin typeface="Arial" panose="020B0604020202020204"/>
                <a:cs typeface="Arial" panose="020B0604020202020204"/>
              </a:rPr>
              <a:t>S</a:t>
            </a:r>
            <a:r>
              <a:rPr sz="1800" b="1" dirty="0">
                <a:solidFill>
                  <a:srgbClr val="001F5F"/>
                </a:solidFill>
                <a:latin typeface="Arial" panose="020B0604020202020204"/>
                <a:cs typeface="Arial" panose="020B0604020202020204"/>
              </a:rPr>
              <a:t>/20</a:t>
            </a:r>
            <a:r>
              <a:rPr lang="en-US" altLang="en-US" sz="1800" b="1" dirty="0">
                <a:solidFill>
                  <a:srgbClr val="001F5F"/>
                </a:solidFill>
                <a:latin typeface="Arial" panose="020B0604020202020204"/>
                <a:cs typeface="Arial" panose="020B0604020202020204"/>
              </a:rPr>
              <a:t>1</a:t>
            </a:r>
            <a:r>
              <a:rPr sz="1800" b="1" dirty="0">
                <a:solidFill>
                  <a:srgbClr val="001F5F"/>
                </a:solidFill>
                <a:latin typeface="Arial" panose="020B0604020202020204"/>
                <a:cs typeface="Arial" panose="020B0604020202020204"/>
              </a:rPr>
              <a:t>8)</a:t>
            </a:r>
            <a:r>
              <a:rPr sz="1800" b="1" spc="-40" dirty="0">
                <a:solidFill>
                  <a:srgbClr val="001F5F"/>
                </a:solidFill>
                <a:latin typeface="Arial" panose="020B0604020202020204"/>
                <a:cs typeface="Arial" panose="020B0604020202020204"/>
              </a:rPr>
              <a:t> </a:t>
            </a:r>
            <a:r>
              <a:rPr lang="en-US" altLang="en-US" sz="1800" b="1" spc="-40" dirty="0">
                <a:solidFill>
                  <a:srgbClr val="001F5F"/>
                </a:solidFill>
                <a:latin typeface="Arial" panose="020B0604020202020204"/>
                <a:cs typeface="Arial" panose="020B0604020202020204"/>
              </a:rPr>
              <a:t>, </a:t>
            </a:r>
            <a:endParaRPr lang="en-US" altLang="en-US" sz="1800" b="1" spc="-40" dirty="0">
              <a:solidFill>
                <a:srgbClr val="001F5F"/>
              </a:solidFill>
              <a:latin typeface="Arial" panose="020B0604020202020204"/>
              <a:cs typeface="Arial" panose="020B0604020202020204"/>
            </a:endParaRPr>
          </a:p>
          <a:p>
            <a:pPr marL="12700" marR="5080" indent="-1270" algn="ctr">
              <a:lnSpc>
                <a:spcPct val="150000"/>
              </a:lnSpc>
              <a:spcBef>
                <a:spcPts val="155"/>
              </a:spcBef>
            </a:pPr>
            <a:r>
              <a:rPr lang="en-US" altLang="en-US" sz="1800" b="1" spc="-40" dirty="0">
                <a:solidFill>
                  <a:srgbClr val="001F5F"/>
                </a:solidFill>
                <a:latin typeface="Arial" panose="020B0604020202020204"/>
                <a:cs typeface="Arial" panose="020B0604020202020204"/>
              </a:rPr>
              <a:t>Additional District Informatics Officer</a:t>
            </a:r>
            <a:endParaRPr lang="en-US" altLang="en-US" sz="1800" b="1" spc="-40" dirty="0">
              <a:solidFill>
                <a:srgbClr val="001F5F"/>
              </a:solidFill>
              <a:latin typeface="Arial" panose="020B0604020202020204"/>
              <a:cs typeface="Arial" panose="020B0604020202020204"/>
            </a:endParaRPr>
          </a:p>
          <a:p>
            <a:pPr marL="12700" marR="5080" indent="-1270" algn="ctr">
              <a:lnSpc>
                <a:spcPct val="150000"/>
              </a:lnSpc>
              <a:spcBef>
                <a:spcPts val="155"/>
              </a:spcBef>
            </a:pPr>
            <a:r>
              <a:rPr lang="en-US" altLang="en-US" sz="1800" b="1" spc="-40" dirty="0">
                <a:solidFill>
                  <a:srgbClr val="001F5F"/>
                </a:solidFill>
                <a:latin typeface="Arial" panose="020B0604020202020204"/>
                <a:cs typeface="Arial" panose="020B0604020202020204"/>
              </a:rPr>
              <a:t> (ADIO), NIC Muzaffar Nagar</a:t>
            </a:r>
            <a:endParaRPr lang="en-US" altLang="en-US" sz="1800" b="1" spc="-40" dirty="0">
              <a:solidFill>
                <a:srgbClr val="001F5F"/>
              </a:solidFill>
              <a:latin typeface="Arial" panose="020B0604020202020204"/>
              <a:cs typeface="Arial" panose="020B0604020202020204"/>
            </a:endParaRPr>
          </a:p>
        </p:txBody>
      </p:sp>
      <p:pic>
        <p:nvPicPr>
          <p:cNvPr id="9" name="Picture 8"/>
          <p:cNvPicPr/>
          <p:nvPr/>
        </p:nvPicPr>
        <p:blipFill>
          <a:blip r:embed="rId2"/>
          <a:stretch>
            <a:fillRect/>
          </a:stretch>
        </p:blipFill>
        <p:spPr>
          <a:xfrm>
            <a:off x="7391400" y="2326005"/>
            <a:ext cx="2301240" cy="1339850"/>
          </a:xfrm>
          <a:prstGeom prst="rect">
            <a:avLst/>
          </a:prstGeom>
        </p:spPr>
      </p:pic>
      <p:pic>
        <p:nvPicPr>
          <p:cNvPr id="10" name="Picture 9" descr="WhatsApp Image 2026-08-03 at 4.26.45 PM (1)"/>
          <p:cNvPicPr>
            <a:picLocks noChangeAspect="1"/>
          </p:cNvPicPr>
          <p:nvPr/>
        </p:nvPicPr>
        <p:blipFill>
          <a:blip r:embed="rId3"/>
          <a:stretch>
            <a:fillRect/>
          </a:stretch>
        </p:blipFill>
        <p:spPr>
          <a:xfrm>
            <a:off x="685800" y="1143000"/>
            <a:ext cx="2112010" cy="2617470"/>
          </a:xfrm>
          <a:prstGeom prst="rect">
            <a:avLst/>
          </a:prstGeom>
        </p:spPr>
      </p:pic>
      <p:pic>
        <p:nvPicPr>
          <p:cNvPr id="11" name="Picture 10" descr="WhatsApp Image 2026-08-05 at 1.53.44 PM"/>
          <p:cNvPicPr>
            <a:picLocks noChangeAspect="1"/>
          </p:cNvPicPr>
          <p:nvPr/>
        </p:nvPicPr>
        <p:blipFill>
          <a:blip r:embed="rId4"/>
          <a:stretch>
            <a:fillRect/>
          </a:stretch>
        </p:blipFill>
        <p:spPr>
          <a:xfrm>
            <a:off x="533400" y="3911600"/>
            <a:ext cx="2356485" cy="2946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4156" y="1939981"/>
            <a:ext cx="612775" cy="3782060"/>
          </a:xfrm>
          <a:prstGeom prst="rect">
            <a:avLst/>
          </a:prstGeom>
        </p:spPr>
        <p:txBody>
          <a:bodyPr vert="vert270" wrap="square" lIns="0" tIns="0" rIns="0" bIns="0" rtlCol="0">
            <a:spAutoFit/>
          </a:bodyPr>
          <a:lstStyle/>
          <a:p>
            <a:pPr marL="12700">
              <a:lnSpc>
                <a:spcPts val="4680"/>
              </a:lnSpc>
            </a:pPr>
            <a:r>
              <a:rPr sz="4000" b="1" spc="-20" dirty="0">
                <a:solidFill>
                  <a:srgbClr val="2D75B6"/>
                </a:solidFill>
                <a:latin typeface="Arial" panose="020B0604020202020204"/>
                <a:cs typeface="Arial" panose="020B0604020202020204"/>
              </a:rPr>
              <a:t>Alumni</a:t>
            </a:r>
            <a:r>
              <a:rPr sz="4000" b="1" spc="-229" dirty="0">
                <a:solidFill>
                  <a:srgbClr val="2D75B6"/>
                </a:solidFill>
                <a:latin typeface="Arial" panose="020B0604020202020204"/>
                <a:cs typeface="Arial" panose="020B0604020202020204"/>
              </a:rPr>
              <a:t> </a:t>
            </a:r>
            <a:r>
              <a:rPr sz="4000" b="1" dirty="0">
                <a:solidFill>
                  <a:srgbClr val="2D75B6"/>
                </a:solidFill>
                <a:latin typeface="Arial" panose="020B0604020202020204"/>
                <a:cs typeface="Arial" panose="020B0604020202020204"/>
              </a:rPr>
              <a:t>in</a:t>
            </a:r>
            <a:r>
              <a:rPr sz="4000" b="1" spc="-195" dirty="0">
                <a:solidFill>
                  <a:srgbClr val="2D75B6"/>
                </a:solidFill>
                <a:latin typeface="Arial" panose="020B0604020202020204"/>
                <a:cs typeface="Arial" panose="020B0604020202020204"/>
              </a:rPr>
              <a:t> </a:t>
            </a:r>
            <a:r>
              <a:rPr sz="4000" b="1" spc="-20" dirty="0">
                <a:solidFill>
                  <a:srgbClr val="2D75B6"/>
                </a:solidFill>
                <a:latin typeface="Arial" panose="020B0604020202020204"/>
                <a:cs typeface="Arial" panose="020B0604020202020204"/>
              </a:rPr>
              <a:t>focus</a:t>
            </a:r>
            <a:endParaRPr sz="4000">
              <a:latin typeface="Arial" panose="020B0604020202020204"/>
              <a:cs typeface="Arial" panose="020B0604020202020204"/>
            </a:endParaRPr>
          </a:p>
        </p:txBody>
      </p:sp>
      <p:pic>
        <p:nvPicPr>
          <p:cNvPr id="3" name="object 3"/>
          <p:cNvPicPr/>
          <p:nvPr/>
        </p:nvPicPr>
        <p:blipFill>
          <a:blip r:embed="rId1" cstate="print"/>
          <a:stretch>
            <a:fillRect/>
          </a:stretch>
        </p:blipFill>
        <p:spPr>
          <a:xfrm>
            <a:off x="726948" y="1124711"/>
            <a:ext cx="8871204" cy="2676144"/>
          </a:xfrm>
          <a:prstGeom prst="rect">
            <a:avLst/>
          </a:prstGeom>
        </p:spPr>
      </p:pic>
      <p:pic>
        <p:nvPicPr>
          <p:cNvPr id="4" name="object 4"/>
          <p:cNvPicPr/>
          <p:nvPr/>
        </p:nvPicPr>
        <p:blipFill>
          <a:blip r:embed="rId1" cstate="print"/>
          <a:stretch>
            <a:fillRect/>
          </a:stretch>
        </p:blipFill>
        <p:spPr>
          <a:xfrm>
            <a:off x="772668" y="3959352"/>
            <a:ext cx="8871204" cy="2676144"/>
          </a:xfrm>
          <a:prstGeom prst="rect">
            <a:avLst/>
          </a:prstGeom>
        </p:spPr>
      </p:pic>
      <p:sp>
        <p:nvSpPr>
          <p:cNvPr id="5" name="object 5"/>
          <p:cNvSpPr txBox="1"/>
          <p:nvPr/>
        </p:nvSpPr>
        <p:spPr>
          <a:xfrm>
            <a:off x="1935860" y="1417916"/>
            <a:ext cx="7520305" cy="4655820"/>
          </a:xfrm>
          <a:prstGeom prst="rect">
            <a:avLst/>
          </a:prstGeom>
        </p:spPr>
        <p:txBody>
          <a:bodyPr vert="horz" wrap="square" lIns="0" tIns="21590" rIns="0" bIns="0" rtlCol="0">
            <a:spAutoFit/>
          </a:bodyPr>
          <a:lstStyle/>
          <a:p>
            <a:pPr marL="127000" marR="189230" indent="2540" algn="ctr">
              <a:lnSpc>
                <a:spcPct val="149000"/>
              </a:lnSpc>
              <a:spcBef>
                <a:spcPts val="170"/>
              </a:spcBef>
            </a:pPr>
            <a:r>
              <a:rPr lang="en-US" altLang="en-US" sz="2000" b="1" spc="-155" dirty="0">
                <a:solidFill>
                  <a:schemeClr val="tx1"/>
                </a:solidFill>
                <a:latin typeface="Arial" panose="020B0604020202020204"/>
                <a:cs typeface="Arial" panose="020B0604020202020204"/>
                <a:sym typeface="+mn-ea"/>
              </a:rPr>
              <a:t>MEGHA SHARMA </a:t>
            </a:r>
            <a:r>
              <a:rPr sz="2000" b="1" dirty="0">
                <a:solidFill>
                  <a:schemeClr val="tx1"/>
                </a:solidFill>
                <a:latin typeface="Arial" panose="020B0604020202020204"/>
                <a:cs typeface="Arial" panose="020B0604020202020204"/>
              </a:rPr>
              <a:t>(BT/</a:t>
            </a:r>
            <a:r>
              <a:rPr lang="en-US" altLang="en-US" sz="2000" b="1" dirty="0">
                <a:solidFill>
                  <a:schemeClr val="tx1"/>
                </a:solidFill>
                <a:latin typeface="Arial" panose="020B0604020202020204"/>
                <a:cs typeface="Arial" panose="020B0604020202020204"/>
              </a:rPr>
              <a:t>BT</a:t>
            </a:r>
            <a:r>
              <a:rPr sz="2000" b="1" dirty="0">
                <a:solidFill>
                  <a:schemeClr val="tx1"/>
                </a:solidFill>
                <a:latin typeface="Arial" panose="020B0604020202020204"/>
                <a:cs typeface="Arial" panose="020B0604020202020204"/>
              </a:rPr>
              <a:t>/</a:t>
            </a:r>
            <a:r>
              <a:rPr lang="en-US" altLang="en-US" sz="2000" b="1" dirty="0">
                <a:solidFill>
                  <a:schemeClr val="tx1"/>
                </a:solidFill>
                <a:latin typeface="Arial" panose="020B0604020202020204"/>
                <a:cs typeface="Arial" panose="020B0604020202020204"/>
              </a:rPr>
              <a:t>2015)</a:t>
            </a:r>
            <a:endParaRPr sz="2000" b="1" spc="65" dirty="0">
              <a:solidFill>
                <a:schemeClr val="tx1"/>
              </a:solidFill>
              <a:latin typeface="Arial" panose="020B0604020202020204"/>
              <a:cs typeface="Arial" panose="020B0604020202020204"/>
            </a:endParaRPr>
          </a:p>
          <a:p>
            <a:pPr marL="127000" marR="189230" indent="2540" algn="ctr">
              <a:lnSpc>
                <a:spcPct val="149000"/>
              </a:lnSpc>
              <a:spcBef>
                <a:spcPts val="170"/>
              </a:spcBef>
            </a:pPr>
            <a:r>
              <a:rPr lang="en-US" altLang="en-US" sz="2000" b="1" spc="-155" dirty="0">
                <a:solidFill>
                  <a:schemeClr val="tx1"/>
                </a:solidFill>
                <a:latin typeface="Arial" panose="020B0604020202020204"/>
                <a:cs typeface="Arial" panose="020B0604020202020204"/>
              </a:rPr>
              <a:t>QUALITY COTROL INSPECTOR </a:t>
            </a:r>
            <a:endParaRPr lang="en-US" altLang="en-US" sz="2000" b="1" spc="-155" dirty="0">
              <a:solidFill>
                <a:schemeClr val="tx1"/>
              </a:solidFill>
              <a:latin typeface="Arial" panose="020B0604020202020204"/>
              <a:cs typeface="Arial" panose="020B0604020202020204"/>
            </a:endParaRPr>
          </a:p>
          <a:p>
            <a:pPr marL="127000" marR="189230" indent="2540" algn="ctr">
              <a:lnSpc>
                <a:spcPct val="149000"/>
              </a:lnSpc>
              <a:spcBef>
                <a:spcPts val="170"/>
              </a:spcBef>
            </a:pPr>
            <a:r>
              <a:rPr lang="en-US" altLang="en-US" sz="2000" b="1" spc="-155" dirty="0">
                <a:solidFill>
                  <a:schemeClr val="tx1"/>
                </a:solidFill>
                <a:latin typeface="Arial" panose="020B0604020202020204"/>
                <a:cs typeface="Arial" panose="020B0604020202020204"/>
              </a:rPr>
              <a:t>FOOD CORPORATION INDIA</a:t>
            </a:r>
            <a:endParaRPr lang="en-US" altLang="en-US" sz="2000" b="1" spc="-155" dirty="0">
              <a:solidFill>
                <a:schemeClr val="tx1"/>
              </a:solidFill>
              <a:latin typeface="Arial" panose="020B0604020202020204"/>
              <a:cs typeface="Arial" panose="020B0604020202020204"/>
            </a:endParaRPr>
          </a:p>
          <a:p>
            <a:pPr marL="127000" marR="189230" indent="2540" algn="ctr">
              <a:lnSpc>
                <a:spcPct val="149000"/>
              </a:lnSpc>
              <a:spcBef>
                <a:spcPts val="170"/>
              </a:spcBef>
            </a:pPr>
            <a:endParaRPr lang="en-US" altLang="en-US" sz="2000" b="1" spc="-155" dirty="0">
              <a:solidFill>
                <a:schemeClr val="tx1"/>
              </a:solidFill>
              <a:latin typeface="Arial" panose="020B0604020202020204"/>
              <a:cs typeface="Arial" panose="020B0604020202020204"/>
            </a:endParaRPr>
          </a:p>
          <a:p>
            <a:pPr marL="127000" marR="189230" indent="2540" algn="ctr">
              <a:lnSpc>
                <a:spcPct val="149000"/>
              </a:lnSpc>
              <a:spcBef>
                <a:spcPts val="170"/>
              </a:spcBef>
            </a:pPr>
            <a:endParaRPr lang="en-US" altLang="en-US" sz="2000" b="1" spc="-155" dirty="0">
              <a:solidFill>
                <a:schemeClr val="tx1"/>
              </a:solidFill>
              <a:latin typeface="Arial" panose="020B0604020202020204"/>
              <a:cs typeface="Arial" panose="020B0604020202020204"/>
            </a:endParaRPr>
          </a:p>
          <a:p>
            <a:pPr marL="127000" marR="189230" indent="2540" algn="ctr">
              <a:lnSpc>
                <a:spcPct val="149000"/>
              </a:lnSpc>
              <a:spcBef>
                <a:spcPts val="170"/>
              </a:spcBef>
            </a:pPr>
            <a:endParaRPr lang="en-US" altLang="en-US" sz="1400" b="1" spc="-155" dirty="0">
              <a:solidFill>
                <a:srgbClr val="FFFFFF"/>
              </a:solidFill>
              <a:latin typeface="Arial" panose="020B0604020202020204"/>
              <a:cs typeface="Arial" panose="020B0604020202020204"/>
            </a:endParaRPr>
          </a:p>
          <a:p>
            <a:pPr marL="127000" marR="189230" indent="2540" algn="ctr">
              <a:lnSpc>
                <a:spcPct val="149000"/>
              </a:lnSpc>
              <a:spcBef>
                <a:spcPts val="170"/>
              </a:spcBef>
            </a:pPr>
            <a:endParaRPr lang="en-US" altLang="en-US" sz="1400" b="1" spc="-155" dirty="0">
              <a:solidFill>
                <a:srgbClr val="FFFFFF"/>
              </a:solidFill>
              <a:latin typeface="Arial" panose="020B0604020202020204"/>
              <a:cs typeface="Arial" panose="020B0604020202020204"/>
            </a:endParaRPr>
          </a:p>
          <a:p>
            <a:pPr marL="127000" marR="189230" indent="2540" algn="ctr">
              <a:lnSpc>
                <a:spcPct val="149000"/>
              </a:lnSpc>
              <a:spcBef>
                <a:spcPts val="170"/>
              </a:spcBef>
            </a:pPr>
            <a:endParaRPr lang="en-US" altLang="en-US" sz="1400" b="1" spc="-155" dirty="0">
              <a:solidFill>
                <a:srgbClr val="FFFFFF"/>
              </a:solidFill>
              <a:latin typeface="Arial" panose="020B0604020202020204"/>
              <a:cs typeface="Arial" panose="020B0604020202020204"/>
            </a:endParaRPr>
          </a:p>
          <a:p>
            <a:pPr>
              <a:lnSpc>
                <a:spcPct val="100000"/>
              </a:lnSpc>
              <a:spcBef>
                <a:spcPts val="745"/>
              </a:spcBef>
            </a:pPr>
            <a:endParaRPr sz="1400">
              <a:latin typeface="Arial" panose="020B0604020202020204"/>
              <a:cs typeface="Arial" panose="020B0604020202020204"/>
            </a:endParaRPr>
          </a:p>
          <a:p>
            <a:pPr marL="12700" marR="5080" algn="ctr">
              <a:lnSpc>
                <a:spcPct val="149000"/>
              </a:lnSpc>
            </a:pPr>
            <a:r>
              <a:rPr lang="en-US" altLang="en-US" sz="2000" b="1" spc="-120" dirty="0">
                <a:solidFill>
                  <a:schemeClr val="tx1"/>
                </a:solidFill>
                <a:latin typeface="Arial" panose="020B0604020202020204"/>
                <a:cs typeface="Arial" panose="020B0604020202020204"/>
              </a:rPr>
              <a:t>TARUN DHIMAN</a:t>
            </a:r>
            <a:r>
              <a:rPr sz="2000" b="1" spc="70" dirty="0">
                <a:solidFill>
                  <a:schemeClr val="tx1"/>
                </a:solidFill>
                <a:latin typeface="Arial" panose="020B0604020202020204"/>
                <a:cs typeface="Arial" panose="020B0604020202020204"/>
              </a:rPr>
              <a:t> </a:t>
            </a:r>
            <a:r>
              <a:rPr sz="2000" b="1" spc="-20" dirty="0">
                <a:solidFill>
                  <a:schemeClr val="tx1"/>
                </a:solidFill>
                <a:latin typeface="Arial" panose="020B0604020202020204"/>
                <a:cs typeface="Arial" panose="020B0604020202020204"/>
              </a:rPr>
              <a:t>(BT/</a:t>
            </a:r>
            <a:r>
              <a:rPr lang="en-US" altLang="en-US" sz="2000" b="1" spc="-20" dirty="0">
                <a:solidFill>
                  <a:schemeClr val="tx1"/>
                </a:solidFill>
                <a:latin typeface="Arial" panose="020B0604020202020204"/>
                <a:cs typeface="Arial" panose="020B0604020202020204"/>
              </a:rPr>
              <a:t>EC</a:t>
            </a:r>
            <a:r>
              <a:rPr sz="2000" b="1" spc="-20" dirty="0">
                <a:solidFill>
                  <a:schemeClr val="tx1"/>
                </a:solidFill>
                <a:latin typeface="Arial" panose="020B0604020202020204"/>
                <a:cs typeface="Arial" panose="020B0604020202020204"/>
              </a:rPr>
              <a:t>/</a:t>
            </a:r>
            <a:r>
              <a:rPr lang="en-US" altLang="" sz="2000" b="1" spc="-20" dirty="0">
                <a:solidFill>
                  <a:schemeClr val="tx1"/>
                </a:solidFill>
                <a:latin typeface="Arial" panose="020B0604020202020204"/>
                <a:cs typeface="Arial" panose="020B0604020202020204"/>
              </a:rPr>
              <a:t>2021</a:t>
            </a:r>
            <a:r>
              <a:rPr sz="2000" b="1" spc="-20" dirty="0">
                <a:solidFill>
                  <a:schemeClr val="tx1"/>
                </a:solidFill>
                <a:latin typeface="Arial" panose="020B0604020202020204"/>
                <a:cs typeface="Arial" panose="020B0604020202020204"/>
              </a:rPr>
              <a:t>)</a:t>
            </a:r>
            <a:endParaRPr sz="2000" b="1" spc="-20" dirty="0">
              <a:solidFill>
                <a:schemeClr val="tx1"/>
              </a:solidFill>
              <a:latin typeface="Arial" panose="020B0604020202020204"/>
              <a:cs typeface="Arial" panose="020B0604020202020204"/>
            </a:endParaRPr>
          </a:p>
          <a:p>
            <a:pPr marL="12700" marR="5080" algn="ctr">
              <a:lnSpc>
                <a:spcPct val="149000"/>
              </a:lnSpc>
            </a:pPr>
            <a:r>
              <a:rPr sz="2000" b="1" spc="95" dirty="0">
                <a:solidFill>
                  <a:schemeClr val="tx1"/>
                </a:solidFill>
                <a:latin typeface="Arial" panose="020B0604020202020204"/>
                <a:cs typeface="Arial" panose="020B0604020202020204"/>
              </a:rPr>
              <a:t> </a:t>
            </a:r>
            <a:r>
              <a:rPr lang="en-US" altLang="en-US" sz="2000" b="1" spc="-150" dirty="0">
                <a:solidFill>
                  <a:schemeClr val="tx1"/>
                </a:solidFill>
                <a:latin typeface="Arial" panose="020B0604020202020204"/>
                <a:cs typeface="Arial" panose="020B0604020202020204"/>
              </a:rPr>
              <a:t>I</a:t>
            </a:r>
            <a:r>
              <a:rPr lang="en-US" altLang="en-US" sz="2000" b="1" u="none" strike="noStrike" kern="0" cap="all" spc="-150" normalizeH="0" dirty="0">
                <a:solidFill>
                  <a:schemeClr val="tx1"/>
                </a:solidFill>
                <a:uFillTx/>
                <a:latin typeface="Arial" panose="020B0604020202020204"/>
                <a:cs typeface="Arial" panose="020B0604020202020204"/>
              </a:rPr>
              <a:t>NDIAN INTELLIGENCE bureau</a:t>
            </a:r>
            <a:endParaRPr lang="en-US" altLang="en-US" sz="2000" b="1" u="none" strike="noStrike" kern="0" cap="all" spc="-150" normalizeH="0" dirty="0">
              <a:solidFill>
                <a:schemeClr val="tx1"/>
              </a:solidFill>
              <a:uFillTx/>
              <a:latin typeface="Arial" panose="020B0604020202020204"/>
              <a:cs typeface="Arial" panose="020B0604020202020204"/>
            </a:endParaRPr>
          </a:p>
        </p:txBody>
      </p:sp>
      <p:pic>
        <p:nvPicPr>
          <p:cNvPr id="8" name="Picture 7" descr="WhatsApp Image 2026-08-05 at 2.04.00 PM"/>
          <p:cNvPicPr>
            <a:picLocks noChangeAspect="1"/>
          </p:cNvPicPr>
          <p:nvPr/>
        </p:nvPicPr>
        <p:blipFill>
          <a:blip r:embed="rId2"/>
          <a:stretch>
            <a:fillRect/>
          </a:stretch>
        </p:blipFill>
        <p:spPr>
          <a:xfrm>
            <a:off x="9563735" y="1066800"/>
            <a:ext cx="2574925" cy="2704465"/>
          </a:xfrm>
          <a:prstGeom prst="rect">
            <a:avLst/>
          </a:prstGeom>
        </p:spPr>
      </p:pic>
      <p:pic>
        <p:nvPicPr>
          <p:cNvPr id="9" name="Picture 8"/>
          <p:cNvPicPr/>
          <p:nvPr/>
        </p:nvPicPr>
        <p:blipFill>
          <a:blip r:embed="rId3"/>
          <a:stretch>
            <a:fillRect/>
          </a:stretch>
        </p:blipFill>
        <p:spPr>
          <a:xfrm>
            <a:off x="1905000" y="1529715"/>
            <a:ext cx="1476375" cy="1744345"/>
          </a:xfrm>
          <a:prstGeom prst="rect">
            <a:avLst/>
          </a:prstGeom>
        </p:spPr>
      </p:pic>
      <p:pic>
        <p:nvPicPr>
          <p:cNvPr id="6" name="Picture 5"/>
          <p:cNvPicPr>
            <a:picLocks noChangeAspect="1"/>
          </p:cNvPicPr>
          <p:nvPr/>
        </p:nvPicPr>
        <p:blipFill>
          <a:blip r:embed="rId4"/>
          <a:stretch>
            <a:fillRect/>
          </a:stretch>
        </p:blipFill>
        <p:spPr>
          <a:xfrm>
            <a:off x="9601200" y="4114800"/>
            <a:ext cx="2418080" cy="25044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98298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21805" y="1851406"/>
            <a:ext cx="4420870" cy="1451610"/>
          </a:xfrm>
          <a:prstGeom prst="rect">
            <a:avLst/>
          </a:prstGeom>
        </p:spPr>
        <p:txBody>
          <a:bodyPr vert="horz" wrap="square" lIns="0" tIns="13335" rIns="0" bIns="0" rtlCol="0">
            <a:spAutoFit/>
          </a:bodyPr>
          <a:lstStyle/>
          <a:p>
            <a:pPr marL="12700" marR="5080" algn="ctr">
              <a:lnSpc>
                <a:spcPct val="100000"/>
              </a:lnSpc>
              <a:spcBef>
                <a:spcPts val="105"/>
              </a:spcBef>
            </a:pPr>
            <a:r>
              <a:rPr lang="en-US" altLang="en-US" sz="1800">
                <a:latin typeface="Arial MT"/>
                <a:cs typeface="Arial MT"/>
              </a:rPr>
              <a:t>ANSHUL GUPTA</a:t>
            </a:r>
            <a:r>
              <a:rPr sz="1800" b="1" spc="75" dirty="0">
                <a:solidFill>
                  <a:srgbClr val="001F5F"/>
                </a:solidFill>
                <a:latin typeface="Arial" panose="020B0604020202020204"/>
                <a:cs typeface="Arial" panose="020B0604020202020204"/>
                <a:sym typeface="+mn-ea"/>
              </a:rPr>
              <a:t> </a:t>
            </a:r>
            <a:r>
              <a:rPr sz="1800" b="1" dirty="0">
                <a:solidFill>
                  <a:srgbClr val="001F5F"/>
                </a:solidFill>
                <a:latin typeface="Arial" panose="020B0604020202020204"/>
                <a:cs typeface="Arial" panose="020B0604020202020204"/>
                <a:sym typeface="+mn-ea"/>
              </a:rPr>
              <a:t>(</a:t>
            </a:r>
            <a:r>
              <a:rPr lang="en-US" altLang="en-US" sz="1800" b="1" dirty="0">
                <a:solidFill>
                  <a:srgbClr val="001F5F"/>
                </a:solidFill>
                <a:latin typeface="Arial" panose="020B0604020202020204"/>
                <a:cs typeface="Arial" panose="020B0604020202020204"/>
                <a:sym typeface="+mn-ea"/>
              </a:rPr>
              <a:t>BT</a:t>
            </a:r>
            <a:r>
              <a:rPr sz="1800" b="1" dirty="0">
                <a:solidFill>
                  <a:srgbClr val="001F5F"/>
                </a:solidFill>
                <a:latin typeface="Arial" panose="020B0604020202020204"/>
                <a:cs typeface="Arial" panose="020B0604020202020204"/>
                <a:sym typeface="+mn-ea"/>
              </a:rPr>
              <a:t>/</a:t>
            </a:r>
            <a:r>
              <a:rPr lang="en-US" altLang="" sz="1800" b="1" dirty="0">
                <a:solidFill>
                  <a:srgbClr val="001F5F"/>
                </a:solidFill>
                <a:latin typeface="Arial" panose="020B0604020202020204"/>
                <a:cs typeface="Arial" panose="020B0604020202020204"/>
                <a:sym typeface="+mn-ea"/>
              </a:rPr>
              <a:t>EC</a:t>
            </a:r>
            <a:r>
              <a:rPr sz="1800" b="1" dirty="0">
                <a:solidFill>
                  <a:srgbClr val="001F5F"/>
                </a:solidFill>
                <a:latin typeface="Arial" panose="020B0604020202020204"/>
                <a:cs typeface="Arial" panose="020B0604020202020204"/>
                <a:sym typeface="+mn-ea"/>
              </a:rPr>
              <a:t>/20</a:t>
            </a:r>
            <a:r>
              <a:rPr lang="en-US" altLang="en-US" sz="1800" b="1" dirty="0">
                <a:solidFill>
                  <a:srgbClr val="001F5F"/>
                </a:solidFill>
                <a:latin typeface="Arial" panose="020B0604020202020204"/>
                <a:cs typeface="Arial" panose="020B0604020202020204"/>
                <a:sym typeface="+mn-ea"/>
              </a:rPr>
              <a:t>12</a:t>
            </a:r>
            <a:r>
              <a:rPr sz="1800" b="1" dirty="0">
                <a:solidFill>
                  <a:srgbClr val="001F5F"/>
                </a:solidFill>
                <a:latin typeface="Arial" panose="020B0604020202020204"/>
                <a:cs typeface="Arial" panose="020B0604020202020204"/>
                <a:sym typeface="+mn-ea"/>
              </a:rPr>
              <a:t>)</a:t>
            </a:r>
            <a:endParaRPr sz="1800" b="1" dirty="0">
              <a:solidFill>
                <a:srgbClr val="001F5F"/>
              </a:solidFill>
              <a:latin typeface="Arial" panose="020B0604020202020204"/>
              <a:cs typeface="Arial" panose="020B0604020202020204"/>
              <a:sym typeface="+mn-ea"/>
            </a:endParaRPr>
          </a:p>
          <a:p>
            <a:pPr marL="12700" marR="5080" algn="ctr">
              <a:lnSpc>
                <a:spcPct val="100000"/>
              </a:lnSpc>
              <a:spcBef>
                <a:spcPts val="105"/>
              </a:spcBef>
            </a:pPr>
            <a:r>
              <a:rPr lang="en-US" altLang="en-US" sz="1800">
                <a:latin typeface="Arial MT"/>
                <a:cs typeface="Arial MT"/>
              </a:rPr>
              <a:t>Company Name - ASML </a:t>
            </a:r>
            <a:endParaRPr lang="en-US" altLang="en-US" sz="1800">
              <a:latin typeface="Arial MT"/>
              <a:cs typeface="Arial MT"/>
            </a:endParaRPr>
          </a:p>
          <a:p>
            <a:pPr marL="12700" marR="5080" algn="ctr">
              <a:lnSpc>
                <a:spcPct val="100000"/>
              </a:lnSpc>
              <a:spcBef>
                <a:spcPts val="105"/>
              </a:spcBef>
            </a:pPr>
            <a:r>
              <a:rPr lang="en-US" altLang="en-US" sz="1800">
                <a:latin typeface="Arial MT"/>
                <a:cs typeface="Arial MT"/>
              </a:rPr>
              <a:t>Designation- SENIOR SAP CONSULTANT</a:t>
            </a:r>
            <a:endParaRPr lang="en-US" altLang="en-US" sz="1800">
              <a:latin typeface="Arial MT"/>
              <a:cs typeface="Arial MT"/>
            </a:endParaRPr>
          </a:p>
          <a:p>
            <a:pPr marL="12700" marR="5080" algn="ctr">
              <a:lnSpc>
                <a:spcPct val="100000"/>
              </a:lnSpc>
              <a:spcBef>
                <a:spcPts val="105"/>
              </a:spcBef>
            </a:pPr>
            <a:r>
              <a:rPr lang="en-US" altLang="en-US" sz="1800">
                <a:latin typeface="Arial MT"/>
                <a:cs typeface="Arial MT"/>
              </a:rPr>
              <a:t>Location - Faridabad </a:t>
            </a:r>
            <a:endParaRPr lang="en-US" altLang="en-US" sz="1800">
              <a:latin typeface="Arial MT"/>
              <a:cs typeface="Arial MT"/>
            </a:endParaRPr>
          </a:p>
          <a:p>
            <a:pPr marL="12700" marR="5080" algn="ctr">
              <a:lnSpc>
                <a:spcPct val="100000"/>
              </a:lnSpc>
              <a:spcBef>
                <a:spcPts val="105"/>
              </a:spcBef>
            </a:pPr>
            <a:r>
              <a:rPr lang="en-US" altLang="en-US" sz="1800">
                <a:latin typeface="Arial MT"/>
                <a:cs typeface="Arial MT"/>
              </a:rPr>
              <a:t>Pass- out Year - 2012</a:t>
            </a:r>
            <a:endParaRPr lang="en-US" altLang="en-US" sz="1800">
              <a:latin typeface="Arial MT"/>
              <a:cs typeface="Arial MT"/>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1092200" y="4124325"/>
            <a:ext cx="4143375" cy="1466850"/>
          </a:xfrm>
          <a:prstGeom prst="rect">
            <a:avLst/>
          </a:prstGeom>
        </p:spPr>
        <p:txBody>
          <a:bodyPr vert="horz" wrap="square" lIns="0" tIns="12700" rIns="0" bIns="0" rtlCol="0">
            <a:spAutoFit/>
          </a:bodyPr>
          <a:lstStyle/>
          <a:p>
            <a:pPr marL="12700" marR="5080" indent="-5715" algn="ctr">
              <a:lnSpc>
                <a:spcPct val="100000"/>
              </a:lnSpc>
              <a:spcBef>
                <a:spcPts val="100"/>
              </a:spcBef>
            </a:pPr>
            <a:r>
              <a:rPr lang="en-US" altLang="en-US" sz="2000" b="1" spc="-155" dirty="0">
                <a:solidFill>
                  <a:srgbClr val="001F5F"/>
                </a:solidFill>
                <a:latin typeface="Arial" panose="020B0604020202020204"/>
                <a:cs typeface="Arial" panose="020B0604020202020204"/>
              </a:rPr>
              <a:t>MADHAV AGARWAL</a:t>
            </a:r>
            <a:r>
              <a:rPr sz="2000" b="1" spc="75" dirty="0">
                <a:solidFill>
                  <a:srgbClr val="001F5F"/>
                </a:solidFill>
                <a:latin typeface="Arial" panose="020B0604020202020204"/>
                <a:cs typeface="Arial" panose="020B0604020202020204"/>
              </a:rPr>
              <a:t> </a:t>
            </a:r>
            <a:r>
              <a:rPr sz="2000" b="1" dirty="0">
                <a:solidFill>
                  <a:srgbClr val="001F5F"/>
                </a:solidFill>
                <a:latin typeface="Arial" panose="020B0604020202020204"/>
                <a:cs typeface="Arial" panose="020B0604020202020204"/>
              </a:rPr>
              <a:t>(</a:t>
            </a:r>
            <a:r>
              <a:rPr lang="en-US" altLang="en-US" sz="2000" b="1" dirty="0">
                <a:solidFill>
                  <a:srgbClr val="001F5F"/>
                </a:solidFill>
                <a:latin typeface="Arial" panose="020B0604020202020204"/>
                <a:cs typeface="Arial" panose="020B0604020202020204"/>
              </a:rPr>
              <a:t>BT</a:t>
            </a:r>
            <a:r>
              <a:rPr sz="2000" b="1" dirty="0">
                <a:solidFill>
                  <a:srgbClr val="001F5F"/>
                </a:solidFill>
                <a:latin typeface="Arial" panose="020B0604020202020204"/>
                <a:cs typeface="Arial" panose="020B0604020202020204"/>
              </a:rPr>
              <a:t>/</a:t>
            </a:r>
            <a:r>
              <a:rPr lang="en-US" altLang="" sz="2000" b="1" dirty="0">
                <a:solidFill>
                  <a:srgbClr val="001F5F"/>
                </a:solidFill>
                <a:latin typeface="Arial" panose="020B0604020202020204"/>
                <a:cs typeface="Arial" panose="020B0604020202020204"/>
              </a:rPr>
              <a:t>CS</a:t>
            </a:r>
            <a:r>
              <a:rPr sz="2000" b="1" dirty="0">
                <a:solidFill>
                  <a:srgbClr val="001F5F"/>
                </a:solidFill>
                <a:latin typeface="Arial" panose="020B0604020202020204"/>
                <a:cs typeface="Arial" panose="020B0604020202020204"/>
              </a:rPr>
              <a:t>/20</a:t>
            </a:r>
            <a:r>
              <a:rPr lang="en-US" altLang="en-US" sz="2000" b="1" dirty="0">
                <a:solidFill>
                  <a:srgbClr val="001F5F"/>
                </a:solidFill>
                <a:latin typeface="Arial" panose="020B0604020202020204"/>
                <a:cs typeface="Arial" panose="020B0604020202020204"/>
              </a:rPr>
              <a:t>15</a:t>
            </a:r>
            <a:r>
              <a:rPr sz="2000" b="1" dirty="0">
                <a:solidFill>
                  <a:srgbClr val="001F5F"/>
                </a:solidFill>
                <a:latin typeface="Arial" panose="020B0604020202020204"/>
                <a:cs typeface="Arial" panose="020B0604020202020204"/>
              </a:rPr>
              <a:t>)</a:t>
            </a:r>
            <a:r>
              <a:rPr sz="2000" b="1" spc="-65" dirty="0">
                <a:solidFill>
                  <a:srgbClr val="001F5F"/>
                </a:solidFill>
                <a:latin typeface="Arial" panose="020B0604020202020204"/>
                <a:cs typeface="Arial" panose="020B0604020202020204"/>
              </a:rPr>
              <a:t> </a:t>
            </a:r>
            <a:r>
              <a:rPr lang="en-US" altLang="en-US" sz="1800" b="1" spc="-25" dirty="0">
                <a:solidFill>
                  <a:schemeClr val="tx1"/>
                </a:solidFill>
                <a:latin typeface="Arial MT"/>
                <a:cs typeface="Arial MT"/>
              </a:rPr>
              <a:t>Company Name: TCS</a:t>
            </a:r>
            <a:endParaRPr lang="en-US" altLang="en-US" sz="1800" b="1" spc="-25" dirty="0">
              <a:solidFill>
                <a:schemeClr val="tx1"/>
              </a:solidFill>
              <a:latin typeface="Arial MT"/>
              <a:cs typeface="Arial MT"/>
            </a:endParaRPr>
          </a:p>
          <a:p>
            <a:pPr marL="12700" marR="5080" indent="-5715" algn="ctr">
              <a:lnSpc>
                <a:spcPct val="100000"/>
              </a:lnSpc>
              <a:spcBef>
                <a:spcPts val="100"/>
              </a:spcBef>
            </a:pPr>
            <a:r>
              <a:rPr lang="en-US" altLang="en-US" sz="1800" b="1" spc="-25" dirty="0">
                <a:solidFill>
                  <a:schemeClr val="tx1"/>
                </a:solidFill>
                <a:latin typeface="Arial MT"/>
                <a:cs typeface="Arial MT"/>
              </a:rPr>
              <a:t>Designation: Associate CONSULTANT</a:t>
            </a:r>
            <a:endParaRPr lang="en-US" altLang="en-US" sz="1800" b="1" spc="-25" dirty="0">
              <a:solidFill>
                <a:schemeClr val="tx1"/>
              </a:solidFill>
              <a:latin typeface="Arial MT"/>
              <a:cs typeface="Arial MT"/>
            </a:endParaRPr>
          </a:p>
          <a:p>
            <a:pPr marL="12700" marR="5080" indent="-5715" algn="ctr">
              <a:lnSpc>
                <a:spcPct val="100000"/>
              </a:lnSpc>
              <a:spcBef>
                <a:spcPts val="100"/>
              </a:spcBef>
            </a:pPr>
            <a:r>
              <a:rPr lang="en-US" altLang="en-US" sz="1800" b="1" spc="-25" dirty="0">
                <a:solidFill>
                  <a:schemeClr val="tx1"/>
                </a:solidFill>
                <a:latin typeface="Arial MT"/>
                <a:cs typeface="Arial MT"/>
              </a:rPr>
              <a:t>Location:MALVERN,PENNSYLVANIA</a:t>
            </a:r>
            <a:endParaRPr lang="en-US" altLang="en-US" sz="1800" b="1" spc="-25" dirty="0">
              <a:solidFill>
                <a:schemeClr val="tx1"/>
              </a:solidFill>
              <a:latin typeface="Arial MT"/>
              <a:cs typeface="Arial MT"/>
            </a:endParaRPr>
          </a:p>
          <a:p>
            <a:pPr marL="12700" marR="5080" indent="-5715" algn="ctr">
              <a:lnSpc>
                <a:spcPct val="100000"/>
              </a:lnSpc>
              <a:spcBef>
                <a:spcPts val="100"/>
              </a:spcBef>
            </a:pPr>
            <a:r>
              <a:rPr lang="en-US" altLang="en-US" sz="1800" b="1" spc="-25" dirty="0">
                <a:solidFill>
                  <a:schemeClr val="tx1"/>
                </a:solidFill>
                <a:latin typeface="Arial MT"/>
                <a:cs typeface="Arial MT"/>
              </a:rPr>
              <a:t>Pass-out year- 2015</a:t>
            </a:r>
            <a:endParaRPr lang="en-US" altLang="en-US" sz="1800" b="1" spc="-25" dirty="0">
              <a:solidFill>
                <a:schemeClr val="tx1"/>
              </a:solidFill>
              <a:latin typeface="Arial MT"/>
              <a:cs typeface="Arial MT"/>
            </a:endParaRPr>
          </a:p>
        </p:txBody>
      </p:sp>
      <p:pic>
        <p:nvPicPr>
          <p:cNvPr id="11" name="Picture 10"/>
          <p:cNvPicPr>
            <a:picLocks noChangeAspect="1"/>
          </p:cNvPicPr>
          <p:nvPr/>
        </p:nvPicPr>
        <p:blipFill>
          <a:blip r:embed="rId3"/>
          <a:stretch>
            <a:fillRect/>
          </a:stretch>
        </p:blipFill>
        <p:spPr>
          <a:xfrm>
            <a:off x="3731260" y="982980"/>
            <a:ext cx="2411730" cy="2562860"/>
          </a:xfrm>
          <a:prstGeom prst="rect">
            <a:avLst/>
          </a:prstGeom>
        </p:spPr>
      </p:pic>
      <p:pic>
        <p:nvPicPr>
          <p:cNvPr id="12" name="Picture 11"/>
          <p:cNvPicPr>
            <a:picLocks noChangeAspect="1"/>
          </p:cNvPicPr>
          <p:nvPr/>
        </p:nvPicPr>
        <p:blipFill>
          <a:blip r:embed="rId4"/>
          <a:stretch>
            <a:fillRect/>
          </a:stretch>
        </p:blipFill>
        <p:spPr>
          <a:xfrm>
            <a:off x="5867400" y="4267200"/>
            <a:ext cx="2413000" cy="24269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228600" y="68580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21805" y="1851406"/>
            <a:ext cx="4420870" cy="1451610"/>
          </a:xfrm>
          <a:prstGeom prst="rect">
            <a:avLst/>
          </a:prstGeom>
        </p:spPr>
        <p:txBody>
          <a:bodyPr vert="horz" wrap="square" lIns="0" tIns="13335" rIns="0" bIns="0" rtlCol="0">
            <a:spAutoFit/>
          </a:bodyPr>
          <a:lstStyle/>
          <a:p>
            <a:pPr marL="12700" marR="5080" algn="ctr">
              <a:lnSpc>
                <a:spcPct val="100000"/>
              </a:lnSpc>
              <a:spcBef>
                <a:spcPts val="105"/>
              </a:spcBef>
            </a:pPr>
            <a:r>
              <a:rPr lang="en-US" altLang="" sz="1800" b="1" dirty="0">
                <a:solidFill>
                  <a:srgbClr val="001F5F"/>
                </a:solidFill>
                <a:latin typeface="Arial" panose="020B0604020202020204"/>
                <a:cs typeface="Arial" panose="020B0604020202020204"/>
                <a:sym typeface="+mn-ea"/>
              </a:rPr>
              <a:t>SHASHANK GARG</a:t>
            </a:r>
            <a:r>
              <a:rPr sz="1800" b="1" dirty="0">
                <a:solidFill>
                  <a:srgbClr val="001F5F"/>
                </a:solidFill>
                <a:latin typeface="Arial" panose="020B0604020202020204"/>
                <a:cs typeface="Arial" panose="020B0604020202020204"/>
                <a:sym typeface="+mn-ea"/>
              </a:rPr>
              <a:t>(</a:t>
            </a:r>
            <a:r>
              <a:rPr lang="en-US" altLang="en-US" sz="1800" b="1" dirty="0">
                <a:solidFill>
                  <a:srgbClr val="001F5F"/>
                </a:solidFill>
                <a:latin typeface="Arial" panose="020B0604020202020204"/>
                <a:cs typeface="Arial" panose="020B0604020202020204"/>
                <a:sym typeface="+mn-ea"/>
              </a:rPr>
              <a:t>BT</a:t>
            </a:r>
            <a:r>
              <a:rPr sz="1800" b="1" dirty="0">
                <a:solidFill>
                  <a:srgbClr val="001F5F"/>
                </a:solidFill>
                <a:latin typeface="Arial" panose="020B0604020202020204"/>
                <a:cs typeface="Arial" panose="020B0604020202020204"/>
                <a:sym typeface="+mn-ea"/>
              </a:rPr>
              <a:t>/</a:t>
            </a:r>
            <a:r>
              <a:rPr lang="en-US" altLang="en-US" sz="1800" b="1" dirty="0">
                <a:solidFill>
                  <a:srgbClr val="001F5F"/>
                </a:solidFill>
                <a:latin typeface="Arial" panose="020B0604020202020204"/>
                <a:cs typeface="Arial" panose="020B0604020202020204"/>
                <a:sym typeface="+mn-ea"/>
              </a:rPr>
              <a:t>EC</a:t>
            </a:r>
            <a:r>
              <a:rPr sz="1800" b="1" dirty="0">
                <a:solidFill>
                  <a:srgbClr val="001F5F"/>
                </a:solidFill>
                <a:latin typeface="Arial" panose="020B0604020202020204"/>
                <a:cs typeface="Arial" panose="020B0604020202020204"/>
                <a:sym typeface="+mn-ea"/>
              </a:rPr>
              <a:t>/20</a:t>
            </a:r>
            <a:r>
              <a:rPr lang="en-US" altLang="en-US" sz="1800" b="1" dirty="0">
                <a:solidFill>
                  <a:srgbClr val="001F5F"/>
                </a:solidFill>
                <a:latin typeface="Arial" panose="020B0604020202020204"/>
                <a:cs typeface="Arial" panose="020B0604020202020204"/>
                <a:sym typeface="+mn-ea"/>
              </a:rPr>
              <a:t>12</a:t>
            </a:r>
            <a:r>
              <a:rPr sz="1800" b="1" dirty="0">
                <a:solidFill>
                  <a:srgbClr val="001F5F"/>
                </a:solidFill>
                <a:latin typeface="Arial" panose="020B0604020202020204"/>
                <a:cs typeface="Arial" panose="020B0604020202020204"/>
                <a:sym typeface="+mn-ea"/>
              </a:rPr>
              <a:t>)</a:t>
            </a:r>
            <a:endParaRPr sz="1800" b="1" dirty="0">
              <a:solidFill>
                <a:srgbClr val="001F5F"/>
              </a:solidFill>
              <a:latin typeface="Arial" panose="020B0604020202020204"/>
              <a:cs typeface="Arial" panose="020B0604020202020204"/>
              <a:sym typeface="+mn-ea"/>
            </a:endParaRPr>
          </a:p>
          <a:p>
            <a:pPr marL="12700" marR="5080" algn="ctr">
              <a:lnSpc>
                <a:spcPct val="100000"/>
              </a:lnSpc>
              <a:spcBef>
                <a:spcPts val="105"/>
              </a:spcBef>
            </a:pPr>
            <a:r>
              <a:rPr lang="en-US" altLang="en-US" sz="1800">
                <a:latin typeface="Arial MT"/>
                <a:cs typeface="Arial MT"/>
              </a:rPr>
              <a:t>Company Name -  TCS UKI</a:t>
            </a:r>
            <a:endParaRPr lang="en-US" altLang="en-US" sz="1800">
              <a:latin typeface="Arial MT"/>
              <a:cs typeface="Arial MT"/>
            </a:endParaRPr>
          </a:p>
          <a:p>
            <a:pPr marL="12700" marR="5080" algn="ctr">
              <a:lnSpc>
                <a:spcPct val="100000"/>
              </a:lnSpc>
              <a:spcBef>
                <a:spcPts val="105"/>
              </a:spcBef>
            </a:pPr>
            <a:r>
              <a:rPr lang="en-US" altLang="en-US" sz="1800">
                <a:latin typeface="Arial MT"/>
                <a:cs typeface="Arial MT"/>
              </a:rPr>
              <a:t>Designation-  Sr CRM Architect</a:t>
            </a:r>
            <a:endParaRPr lang="en-US" altLang="en-US" sz="1800">
              <a:latin typeface="Arial MT"/>
              <a:cs typeface="Arial MT"/>
            </a:endParaRPr>
          </a:p>
          <a:p>
            <a:pPr marL="12700" marR="5080" algn="ctr">
              <a:lnSpc>
                <a:spcPct val="100000"/>
              </a:lnSpc>
              <a:spcBef>
                <a:spcPts val="105"/>
              </a:spcBef>
            </a:pPr>
            <a:r>
              <a:rPr lang="en-US" altLang="en-US" sz="1800">
                <a:latin typeface="Arial MT"/>
                <a:cs typeface="Arial MT"/>
              </a:rPr>
              <a:t>Location -London, UK</a:t>
            </a:r>
            <a:endParaRPr lang="en-US" altLang="en-US" sz="1800">
              <a:latin typeface="Arial MT"/>
              <a:cs typeface="Arial MT"/>
            </a:endParaRPr>
          </a:p>
          <a:p>
            <a:pPr marL="12700" marR="5080" algn="ctr">
              <a:lnSpc>
                <a:spcPct val="100000"/>
              </a:lnSpc>
              <a:spcBef>
                <a:spcPts val="105"/>
              </a:spcBef>
            </a:pPr>
            <a:r>
              <a:rPr lang="en-US" altLang="en-US" sz="1800">
                <a:latin typeface="Arial MT"/>
                <a:cs typeface="Arial MT"/>
              </a:rPr>
              <a:t>Pass- out Year - 2012</a:t>
            </a:r>
            <a:endParaRPr lang="en-US" altLang="en-US" sz="1800">
              <a:latin typeface="Arial MT"/>
              <a:cs typeface="Arial MT"/>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1092200" y="4124325"/>
            <a:ext cx="4143375" cy="1756410"/>
          </a:xfrm>
          <a:prstGeom prst="rect">
            <a:avLst/>
          </a:prstGeom>
        </p:spPr>
        <p:txBody>
          <a:bodyPr vert="horz" wrap="square" lIns="0" tIns="12700" rIns="0" bIns="0" rtlCol="0">
            <a:spAutoFit/>
          </a:bodyPr>
          <a:lstStyle/>
          <a:p>
            <a:pPr marL="12700" marR="5080" indent="-5715" algn="ctr">
              <a:lnSpc>
                <a:spcPct val="100000"/>
              </a:lnSpc>
              <a:spcBef>
                <a:spcPts val="100"/>
              </a:spcBef>
            </a:pPr>
            <a:r>
              <a:rPr lang="en-US" altLang="en-US" sz="2000" b="1" spc="-155" dirty="0">
                <a:solidFill>
                  <a:srgbClr val="001F5F"/>
                </a:solidFill>
                <a:latin typeface="Arial" panose="020B0604020202020204"/>
                <a:cs typeface="Arial" panose="020B0604020202020204"/>
              </a:rPr>
              <a:t>PRIYA GOEL</a:t>
            </a:r>
            <a:r>
              <a:rPr sz="2000" b="1" spc="75" dirty="0">
                <a:solidFill>
                  <a:srgbClr val="001F5F"/>
                </a:solidFill>
                <a:latin typeface="Arial" panose="020B0604020202020204"/>
                <a:cs typeface="Arial" panose="020B0604020202020204"/>
              </a:rPr>
              <a:t> </a:t>
            </a:r>
            <a:r>
              <a:rPr sz="2000" b="1" dirty="0">
                <a:solidFill>
                  <a:srgbClr val="001F5F"/>
                </a:solidFill>
                <a:latin typeface="Arial" panose="020B0604020202020204"/>
                <a:cs typeface="Arial" panose="020B0604020202020204"/>
              </a:rPr>
              <a:t>(</a:t>
            </a:r>
            <a:r>
              <a:rPr lang="en-US" altLang="en-US" sz="2000" b="1" dirty="0">
                <a:solidFill>
                  <a:srgbClr val="001F5F"/>
                </a:solidFill>
                <a:latin typeface="Arial" panose="020B0604020202020204"/>
                <a:cs typeface="Arial" panose="020B0604020202020204"/>
              </a:rPr>
              <a:t>BT</a:t>
            </a:r>
            <a:r>
              <a:rPr sz="2000" b="1" dirty="0">
                <a:solidFill>
                  <a:srgbClr val="001F5F"/>
                </a:solidFill>
                <a:latin typeface="Arial" panose="020B0604020202020204"/>
                <a:cs typeface="Arial" panose="020B0604020202020204"/>
              </a:rPr>
              <a:t>/</a:t>
            </a:r>
            <a:r>
              <a:rPr lang="en-US" altLang="en-US" sz="2000" b="1" dirty="0">
                <a:solidFill>
                  <a:srgbClr val="001F5F"/>
                </a:solidFill>
                <a:latin typeface="Arial" panose="020B0604020202020204"/>
                <a:cs typeface="Arial" panose="020B0604020202020204"/>
              </a:rPr>
              <a:t>CS</a:t>
            </a:r>
            <a:r>
              <a:rPr sz="2000" b="1" dirty="0">
                <a:solidFill>
                  <a:srgbClr val="001F5F"/>
                </a:solidFill>
                <a:latin typeface="Arial" panose="020B0604020202020204"/>
                <a:cs typeface="Arial" panose="020B0604020202020204"/>
              </a:rPr>
              <a:t>/20</a:t>
            </a:r>
            <a:r>
              <a:rPr lang="en-US" altLang="en-US" sz="2000" b="1" dirty="0">
                <a:solidFill>
                  <a:srgbClr val="001F5F"/>
                </a:solidFill>
                <a:latin typeface="Arial" panose="020B0604020202020204"/>
                <a:cs typeface="Arial" panose="020B0604020202020204"/>
              </a:rPr>
              <a:t>14</a:t>
            </a:r>
            <a:r>
              <a:rPr sz="2000" b="1" dirty="0">
                <a:solidFill>
                  <a:srgbClr val="001F5F"/>
                </a:solidFill>
                <a:latin typeface="Arial" panose="020B0604020202020204"/>
                <a:cs typeface="Arial" panose="020B0604020202020204"/>
              </a:rPr>
              <a:t>)</a:t>
            </a:r>
            <a:r>
              <a:rPr sz="2000" b="1" spc="-65" dirty="0">
                <a:solidFill>
                  <a:srgbClr val="001F5F"/>
                </a:solidFill>
                <a:latin typeface="Arial" panose="020B0604020202020204"/>
                <a:cs typeface="Arial" panose="020B0604020202020204"/>
              </a:rPr>
              <a:t> </a:t>
            </a:r>
            <a:endParaRPr sz="2000" b="1" spc="-65" dirty="0">
              <a:solidFill>
                <a:srgbClr val="001F5F"/>
              </a:solidFill>
              <a:latin typeface="Arial" panose="020B0604020202020204"/>
              <a:cs typeface="Arial" panose="020B0604020202020204"/>
            </a:endParaRPr>
          </a:p>
          <a:p>
            <a:pPr marL="12700" marR="5080" indent="-5715" algn="ctr">
              <a:lnSpc>
                <a:spcPct val="100000"/>
              </a:lnSpc>
              <a:spcBef>
                <a:spcPts val="100"/>
              </a:spcBef>
            </a:pPr>
            <a:r>
              <a:rPr lang="en-US" altLang="en-US" sz="1800" b="1" spc="-25" dirty="0">
                <a:solidFill>
                  <a:schemeClr val="tx1"/>
                </a:solidFill>
                <a:latin typeface="Arial MT"/>
                <a:cs typeface="Arial MT"/>
              </a:rPr>
              <a:t>Company Name: TSB BANK</a:t>
            </a:r>
            <a:endParaRPr lang="en-US" altLang="en-US" sz="1800" b="1" spc="-25" dirty="0">
              <a:solidFill>
                <a:schemeClr val="tx1"/>
              </a:solidFill>
              <a:latin typeface="Arial MT"/>
              <a:cs typeface="Arial MT"/>
            </a:endParaRPr>
          </a:p>
          <a:p>
            <a:pPr marL="12700" marR="5080" indent="-5715" algn="ctr">
              <a:lnSpc>
                <a:spcPct val="100000"/>
              </a:lnSpc>
              <a:spcBef>
                <a:spcPts val="100"/>
              </a:spcBef>
            </a:pPr>
            <a:r>
              <a:rPr lang="en-US" altLang="en-US" sz="1800" b="1" spc="-25" dirty="0">
                <a:solidFill>
                  <a:schemeClr val="tx1"/>
                </a:solidFill>
                <a:latin typeface="Arial MT"/>
                <a:cs typeface="Arial MT"/>
              </a:rPr>
              <a:t>Designation:</a:t>
            </a:r>
            <a:r>
              <a:rPr lang="en-US" altLang="en-US" sz="1800" b="1" spc="-25" dirty="0">
                <a:solidFill>
                  <a:schemeClr val="tx1"/>
                </a:solidFill>
                <a:latin typeface="Arial MT"/>
                <a:cs typeface="Arial MT"/>
                <a:sym typeface="+mn-ea"/>
              </a:rPr>
              <a:t>LEAD ENGINEER FULL STACK</a:t>
            </a:r>
            <a:endParaRPr lang="en-US" altLang="en-US" sz="1800" b="1" spc="-25" dirty="0">
              <a:solidFill>
                <a:schemeClr val="tx1"/>
              </a:solidFill>
              <a:latin typeface="Arial MT"/>
              <a:cs typeface="Arial MT"/>
            </a:endParaRPr>
          </a:p>
          <a:p>
            <a:pPr marL="12700" marR="5080" indent="-5715" algn="ctr">
              <a:lnSpc>
                <a:spcPct val="100000"/>
              </a:lnSpc>
              <a:spcBef>
                <a:spcPts val="100"/>
              </a:spcBef>
            </a:pPr>
            <a:r>
              <a:rPr lang="en-US" altLang="en-US" sz="1800" b="1" spc="-25" dirty="0">
                <a:solidFill>
                  <a:schemeClr val="tx1"/>
                </a:solidFill>
                <a:latin typeface="Arial MT"/>
                <a:cs typeface="Arial MT"/>
              </a:rPr>
              <a:t>Location:LONDON ,UK</a:t>
            </a:r>
            <a:endParaRPr lang="en-US" altLang="en-US" sz="1800" b="1" spc="-25" dirty="0">
              <a:solidFill>
                <a:schemeClr val="tx1"/>
              </a:solidFill>
              <a:latin typeface="Arial MT"/>
              <a:cs typeface="Arial MT"/>
            </a:endParaRPr>
          </a:p>
          <a:p>
            <a:pPr marL="12700" marR="5080" indent="-5715" algn="ctr">
              <a:lnSpc>
                <a:spcPct val="100000"/>
              </a:lnSpc>
              <a:spcBef>
                <a:spcPts val="100"/>
              </a:spcBef>
            </a:pPr>
            <a:r>
              <a:rPr lang="en-US" altLang="en-US" sz="1800" b="1" spc="-25" dirty="0">
                <a:solidFill>
                  <a:schemeClr val="tx1"/>
                </a:solidFill>
                <a:latin typeface="Arial MT"/>
                <a:cs typeface="Arial MT"/>
              </a:rPr>
              <a:t>Pass-out year- 2014</a:t>
            </a:r>
            <a:endParaRPr lang="en-US" altLang="en-US" sz="1800" b="1" spc="-25" dirty="0">
              <a:solidFill>
                <a:schemeClr val="tx1"/>
              </a:solidFill>
              <a:latin typeface="Arial MT"/>
              <a:cs typeface="Arial MT"/>
            </a:endParaRPr>
          </a:p>
        </p:txBody>
      </p:sp>
      <p:pic>
        <p:nvPicPr>
          <p:cNvPr id="13" name="Picture 12"/>
          <p:cNvPicPr>
            <a:picLocks noChangeAspect="1"/>
          </p:cNvPicPr>
          <p:nvPr/>
        </p:nvPicPr>
        <p:blipFill>
          <a:blip r:embed="rId3"/>
          <a:stretch>
            <a:fillRect/>
          </a:stretch>
        </p:blipFill>
        <p:spPr>
          <a:xfrm>
            <a:off x="4038600" y="799465"/>
            <a:ext cx="2400935" cy="2503805"/>
          </a:xfrm>
          <a:prstGeom prst="rect">
            <a:avLst/>
          </a:prstGeom>
        </p:spPr>
      </p:pic>
      <p:pic>
        <p:nvPicPr>
          <p:cNvPr id="14" name="Picture 13"/>
          <p:cNvPicPr>
            <a:picLocks noChangeAspect="1"/>
          </p:cNvPicPr>
          <p:nvPr/>
        </p:nvPicPr>
        <p:blipFill>
          <a:blip r:embed="rId4"/>
          <a:stretch>
            <a:fillRect/>
          </a:stretch>
        </p:blipFill>
        <p:spPr>
          <a:xfrm>
            <a:off x="6248400" y="3797935"/>
            <a:ext cx="2696845" cy="276288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98298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21805" y="1851406"/>
            <a:ext cx="4420870" cy="1729105"/>
          </a:xfrm>
          <a:prstGeom prst="rect">
            <a:avLst/>
          </a:prstGeom>
        </p:spPr>
        <p:txBody>
          <a:bodyPr vert="horz" wrap="square" lIns="0" tIns="13335" rIns="0" bIns="0" rtlCol="0">
            <a:spAutoFit/>
          </a:bodyPr>
          <a:lstStyle/>
          <a:p>
            <a:pPr marL="12700" marR="5080" algn="ctr">
              <a:lnSpc>
                <a:spcPct val="100000"/>
              </a:lnSpc>
              <a:spcBef>
                <a:spcPts val="105"/>
              </a:spcBef>
            </a:pPr>
            <a:r>
              <a:rPr lang="en-US" altLang="en-US" sz="1800">
                <a:latin typeface="Arial MT"/>
                <a:cs typeface="Arial MT"/>
              </a:rPr>
              <a:t>MANISH KUMAR</a:t>
            </a:r>
            <a:r>
              <a:rPr sz="1800" b="1" spc="75" dirty="0">
                <a:solidFill>
                  <a:srgbClr val="001F5F"/>
                </a:solidFill>
                <a:latin typeface="Arial" panose="020B0604020202020204"/>
                <a:cs typeface="Arial" panose="020B0604020202020204"/>
                <a:sym typeface="+mn-ea"/>
              </a:rPr>
              <a:t> </a:t>
            </a:r>
            <a:r>
              <a:rPr sz="1800" b="1" dirty="0">
                <a:solidFill>
                  <a:srgbClr val="001F5F"/>
                </a:solidFill>
                <a:latin typeface="Arial" panose="020B0604020202020204"/>
                <a:cs typeface="Arial" panose="020B0604020202020204"/>
                <a:sym typeface="+mn-ea"/>
              </a:rPr>
              <a:t>(</a:t>
            </a:r>
            <a:r>
              <a:rPr lang="en-US" altLang="en-US" sz="1800" b="1" dirty="0">
                <a:solidFill>
                  <a:srgbClr val="001F5F"/>
                </a:solidFill>
                <a:latin typeface="Arial" panose="020B0604020202020204"/>
                <a:cs typeface="Arial" panose="020B0604020202020204"/>
                <a:sym typeface="+mn-ea"/>
              </a:rPr>
              <a:t>BT</a:t>
            </a:r>
            <a:r>
              <a:rPr sz="1800" b="1" dirty="0">
                <a:solidFill>
                  <a:srgbClr val="001F5F"/>
                </a:solidFill>
                <a:latin typeface="Arial" panose="020B0604020202020204"/>
                <a:cs typeface="Arial" panose="020B0604020202020204"/>
                <a:sym typeface="+mn-ea"/>
              </a:rPr>
              <a:t>/</a:t>
            </a:r>
            <a:r>
              <a:rPr lang="en-US" altLang="en-US" sz="1800" b="1" dirty="0">
                <a:solidFill>
                  <a:srgbClr val="001F5F"/>
                </a:solidFill>
                <a:latin typeface="Arial" panose="020B0604020202020204"/>
                <a:cs typeface="Arial" panose="020B0604020202020204"/>
                <a:sym typeface="+mn-ea"/>
              </a:rPr>
              <a:t>ME</a:t>
            </a:r>
            <a:r>
              <a:rPr sz="1800" b="1" dirty="0">
                <a:solidFill>
                  <a:srgbClr val="001F5F"/>
                </a:solidFill>
                <a:latin typeface="Arial" panose="020B0604020202020204"/>
                <a:cs typeface="Arial" panose="020B0604020202020204"/>
                <a:sym typeface="+mn-ea"/>
              </a:rPr>
              <a:t>/20</a:t>
            </a:r>
            <a:r>
              <a:rPr lang="en-US" altLang="en-US" sz="1800" b="1" dirty="0">
                <a:solidFill>
                  <a:srgbClr val="001F5F"/>
                </a:solidFill>
                <a:latin typeface="Arial" panose="020B0604020202020204"/>
                <a:cs typeface="Arial" panose="020B0604020202020204"/>
                <a:sym typeface="+mn-ea"/>
              </a:rPr>
              <a:t>16</a:t>
            </a:r>
            <a:r>
              <a:rPr sz="1800" b="1" dirty="0">
                <a:solidFill>
                  <a:srgbClr val="001F5F"/>
                </a:solidFill>
                <a:latin typeface="Arial" panose="020B0604020202020204"/>
                <a:cs typeface="Arial" panose="020B0604020202020204"/>
                <a:sym typeface="+mn-ea"/>
              </a:rPr>
              <a:t>)</a:t>
            </a:r>
            <a:endParaRPr sz="1800" b="1" dirty="0">
              <a:solidFill>
                <a:srgbClr val="001F5F"/>
              </a:solidFill>
              <a:latin typeface="Arial" panose="020B0604020202020204"/>
              <a:cs typeface="Arial" panose="020B0604020202020204"/>
              <a:sym typeface="+mn-ea"/>
            </a:endParaRPr>
          </a:p>
          <a:p>
            <a:pPr marL="12700" marR="5080" algn="ctr">
              <a:lnSpc>
                <a:spcPct val="100000"/>
              </a:lnSpc>
              <a:spcBef>
                <a:spcPts val="105"/>
              </a:spcBef>
            </a:pPr>
            <a:r>
              <a:rPr lang="en-US" altLang="en-US" sz="1800">
                <a:latin typeface="Arial MT"/>
                <a:cs typeface="Arial MT"/>
              </a:rPr>
              <a:t>Company Name - STAR WIRE INDIA LIMITED </a:t>
            </a:r>
            <a:endParaRPr lang="en-US" altLang="en-US" sz="1800">
              <a:latin typeface="Arial MT"/>
              <a:cs typeface="Arial MT"/>
            </a:endParaRPr>
          </a:p>
          <a:p>
            <a:pPr marL="12700" marR="5080" algn="ctr">
              <a:lnSpc>
                <a:spcPct val="100000"/>
              </a:lnSpc>
              <a:spcBef>
                <a:spcPts val="105"/>
              </a:spcBef>
            </a:pPr>
            <a:r>
              <a:rPr lang="en-US" altLang="en-US" sz="1800">
                <a:latin typeface="Arial MT"/>
                <a:cs typeface="Arial MT"/>
              </a:rPr>
              <a:t>Designation- Quality Assurance Manager</a:t>
            </a:r>
            <a:endParaRPr lang="en-US" altLang="en-US" sz="1800">
              <a:latin typeface="Arial MT"/>
              <a:cs typeface="Arial MT"/>
            </a:endParaRPr>
          </a:p>
          <a:p>
            <a:pPr marL="12700" marR="5080" algn="ctr">
              <a:lnSpc>
                <a:spcPct val="100000"/>
              </a:lnSpc>
              <a:spcBef>
                <a:spcPts val="105"/>
              </a:spcBef>
            </a:pPr>
            <a:r>
              <a:rPr lang="en-US" altLang="en-US" sz="1800">
                <a:latin typeface="Arial MT"/>
                <a:cs typeface="Arial MT"/>
              </a:rPr>
              <a:t>Location - Faridabad </a:t>
            </a:r>
            <a:endParaRPr lang="en-US" altLang="en-US" sz="1800">
              <a:latin typeface="Arial MT"/>
              <a:cs typeface="Arial MT"/>
            </a:endParaRPr>
          </a:p>
          <a:p>
            <a:pPr marL="12700" marR="5080" algn="ctr">
              <a:lnSpc>
                <a:spcPct val="100000"/>
              </a:lnSpc>
              <a:spcBef>
                <a:spcPts val="105"/>
              </a:spcBef>
            </a:pPr>
            <a:r>
              <a:rPr lang="en-US" altLang="en-US" sz="1800">
                <a:latin typeface="Arial MT"/>
                <a:cs typeface="Arial MT"/>
              </a:rPr>
              <a:t>Pass- out Year - 2016</a:t>
            </a:r>
            <a:endParaRPr lang="en-US" altLang="en-US" sz="1800">
              <a:latin typeface="Arial MT"/>
              <a:cs typeface="Arial MT"/>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1092200" y="4124325"/>
            <a:ext cx="4143375" cy="1466850"/>
          </a:xfrm>
          <a:prstGeom prst="rect">
            <a:avLst/>
          </a:prstGeom>
        </p:spPr>
        <p:txBody>
          <a:bodyPr vert="horz" wrap="square" lIns="0" tIns="12700" rIns="0" bIns="0" rtlCol="0">
            <a:spAutoFit/>
          </a:bodyPr>
          <a:lstStyle/>
          <a:p>
            <a:pPr marL="12700" marR="5080" indent="-5715" algn="ctr">
              <a:lnSpc>
                <a:spcPct val="100000"/>
              </a:lnSpc>
              <a:spcBef>
                <a:spcPts val="100"/>
              </a:spcBef>
            </a:pPr>
            <a:r>
              <a:rPr lang="en-US" altLang="en-US" sz="2000" b="1" spc="-155" dirty="0">
                <a:solidFill>
                  <a:srgbClr val="001F5F"/>
                </a:solidFill>
                <a:latin typeface="Arial" panose="020B0604020202020204"/>
                <a:cs typeface="Arial" panose="020B0604020202020204"/>
              </a:rPr>
              <a:t>MANSI GUPTA</a:t>
            </a:r>
            <a:r>
              <a:rPr sz="2000" b="1" spc="75" dirty="0">
                <a:solidFill>
                  <a:srgbClr val="001F5F"/>
                </a:solidFill>
                <a:latin typeface="Arial" panose="020B0604020202020204"/>
                <a:cs typeface="Arial" panose="020B0604020202020204"/>
              </a:rPr>
              <a:t> </a:t>
            </a:r>
            <a:r>
              <a:rPr sz="2000" b="1" dirty="0">
                <a:solidFill>
                  <a:srgbClr val="001F5F"/>
                </a:solidFill>
                <a:latin typeface="Arial" panose="020B0604020202020204"/>
                <a:cs typeface="Arial" panose="020B0604020202020204"/>
              </a:rPr>
              <a:t>(</a:t>
            </a:r>
            <a:r>
              <a:rPr lang="en-US" altLang="en-US" sz="2000" b="1" dirty="0">
                <a:solidFill>
                  <a:srgbClr val="001F5F"/>
                </a:solidFill>
                <a:latin typeface="Arial" panose="020B0604020202020204"/>
                <a:cs typeface="Arial" panose="020B0604020202020204"/>
              </a:rPr>
              <a:t>BT</a:t>
            </a:r>
            <a:r>
              <a:rPr sz="2000" b="1" dirty="0">
                <a:solidFill>
                  <a:srgbClr val="001F5F"/>
                </a:solidFill>
                <a:latin typeface="Arial" panose="020B0604020202020204"/>
                <a:cs typeface="Arial" panose="020B0604020202020204"/>
              </a:rPr>
              <a:t>/</a:t>
            </a:r>
            <a:r>
              <a:rPr lang="en-US" altLang="en-US" sz="2000" b="1" dirty="0">
                <a:solidFill>
                  <a:srgbClr val="001F5F"/>
                </a:solidFill>
                <a:latin typeface="Arial" panose="020B0604020202020204"/>
                <a:cs typeface="Arial" panose="020B0604020202020204"/>
              </a:rPr>
              <a:t>EC</a:t>
            </a:r>
            <a:r>
              <a:rPr sz="2000" b="1" dirty="0">
                <a:solidFill>
                  <a:srgbClr val="001F5F"/>
                </a:solidFill>
                <a:latin typeface="Arial" panose="020B0604020202020204"/>
                <a:cs typeface="Arial" panose="020B0604020202020204"/>
              </a:rPr>
              <a:t>/20</a:t>
            </a:r>
            <a:r>
              <a:rPr lang="en-US" altLang="en-US" sz="2000" b="1" dirty="0">
                <a:solidFill>
                  <a:srgbClr val="001F5F"/>
                </a:solidFill>
                <a:latin typeface="Arial" panose="020B0604020202020204"/>
                <a:cs typeface="Arial" panose="020B0604020202020204"/>
              </a:rPr>
              <a:t>14</a:t>
            </a:r>
            <a:r>
              <a:rPr sz="2000" b="1" dirty="0">
                <a:solidFill>
                  <a:srgbClr val="001F5F"/>
                </a:solidFill>
                <a:latin typeface="Arial" panose="020B0604020202020204"/>
                <a:cs typeface="Arial" panose="020B0604020202020204"/>
              </a:rPr>
              <a:t>)</a:t>
            </a:r>
            <a:r>
              <a:rPr sz="2000" b="1" spc="-65" dirty="0">
                <a:solidFill>
                  <a:srgbClr val="001F5F"/>
                </a:solidFill>
                <a:latin typeface="Arial" panose="020B0604020202020204"/>
                <a:cs typeface="Arial" panose="020B0604020202020204"/>
              </a:rPr>
              <a:t> </a:t>
            </a:r>
            <a:r>
              <a:rPr lang="en-US" altLang="en-US" sz="1800" b="1" spc="-25" dirty="0">
                <a:solidFill>
                  <a:schemeClr val="tx1"/>
                </a:solidFill>
                <a:latin typeface="Arial MT"/>
                <a:cs typeface="Arial MT"/>
              </a:rPr>
              <a:t>Company Name: Nagarro</a:t>
            </a:r>
            <a:endParaRPr lang="en-US" altLang="en-US" sz="1800" b="1" spc="-25" dirty="0">
              <a:solidFill>
                <a:schemeClr val="tx1"/>
              </a:solidFill>
              <a:latin typeface="Arial MT"/>
              <a:cs typeface="Arial MT"/>
            </a:endParaRPr>
          </a:p>
          <a:p>
            <a:pPr marL="12700" marR="5080" indent="-5715" algn="ctr">
              <a:lnSpc>
                <a:spcPct val="100000"/>
              </a:lnSpc>
              <a:spcBef>
                <a:spcPts val="100"/>
              </a:spcBef>
            </a:pPr>
            <a:r>
              <a:rPr lang="en-US" altLang="en-US" sz="1800" b="1" spc="-25" dirty="0">
                <a:solidFill>
                  <a:schemeClr val="tx1"/>
                </a:solidFill>
                <a:latin typeface="Arial MT"/>
                <a:cs typeface="Arial MT"/>
              </a:rPr>
              <a:t>Designation: Associate staff engineer</a:t>
            </a:r>
            <a:endParaRPr lang="en-US" altLang="en-US" sz="1800" b="1" spc="-25" dirty="0">
              <a:solidFill>
                <a:schemeClr val="tx1"/>
              </a:solidFill>
              <a:latin typeface="Arial MT"/>
              <a:cs typeface="Arial MT"/>
            </a:endParaRPr>
          </a:p>
          <a:p>
            <a:pPr marL="12700" marR="5080" indent="-5715" algn="ctr">
              <a:lnSpc>
                <a:spcPct val="100000"/>
              </a:lnSpc>
              <a:spcBef>
                <a:spcPts val="100"/>
              </a:spcBef>
            </a:pPr>
            <a:r>
              <a:rPr lang="en-US" altLang="en-US" sz="1800" b="1" spc="-25" dirty="0">
                <a:solidFill>
                  <a:schemeClr val="tx1"/>
                </a:solidFill>
                <a:latin typeface="Arial MT"/>
                <a:cs typeface="Arial MT"/>
              </a:rPr>
              <a:t>Location: Noida</a:t>
            </a:r>
            <a:endParaRPr lang="en-US" altLang="en-US" sz="1800" b="1" spc="-25" dirty="0">
              <a:solidFill>
                <a:schemeClr val="tx1"/>
              </a:solidFill>
              <a:latin typeface="Arial MT"/>
              <a:cs typeface="Arial MT"/>
            </a:endParaRPr>
          </a:p>
          <a:p>
            <a:pPr marL="12700" marR="5080" indent="-5715" algn="ctr">
              <a:lnSpc>
                <a:spcPct val="100000"/>
              </a:lnSpc>
              <a:spcBef>
                <a:spcPts val="100"/>
              </a:spcBef>
            </a:pPr>
            <a:r>
              <a:rPr lang="en-US" altLang="en-US" sz="1800" b="1" spc="-25" dirty="0">
                <a:solidFill>
                  <a:schemeClr val="tx1"/>
                </a:solidFill>
                <a:latin typeface="Arial MT"/>
                <a:cs typeface="Arial MT"/>
              </a:rPr>
              <a:t>Pass-out year- 2014</a:t>
            </a:r>
            <a:endParaRPr lang="en-US" altLang="en-US" sz="1800" b="1" spc="-25" dirty="0">
              <a:solidFill>
                <a:schemeClr val="tx1"/>
              </a:solidFill>
              <a:latin typeface="Arial MT"/>
              <a:cs typeface="Arial MT"/>
            </a:endParaRPr>
          </a:p>
        </p:txBody>
      </p:sp>
      <p:pic>
        <p:nvPicPr>
          <p:cNvPr id="14" name="Picture 13"/>
          <p:cNvPicPr>
            <a:picLocks noChangeAspect="1"/>
          </p:cNvPicPr>
          <p:nvPr/>
        </p:nvPicPr>
        <p:blipFill>
          <a:blip r:embed="rId3"/>
          <a:stretch>
            <a:fillRect/>
          </a:stretch>
        </p:blipFill>
        <p:spPr>
          <a:xfrm>
            <a:off x="3241040" y="685800"/>
            <a:ext cx="2955290" cy="2903220"/>
          </a:xfrm>
          <a:prstGeom prst="rect">
            <a:avLst/>
          </a:prstGeom>
        </p:spPr>
      </p:pic>
      <p:pic>
        <p:nvPicPr>
          <p:cNvPr id="15" name="Picture 14"/>
          <p:cNvPicPr>
            <a:picLocks noChangeAspect="1"/>
          </p:cNvPicPr>
          <p:nvPr/>
        </p:nvPicPr>
        <p:blipFill>
          <a:blip r:embed="rId4"/>
          <a:stretch>
            <a:fillRect/>
          </a:stretch>
        </p:blipFill>
        <p:spPr>
          <a:xfrm>
            <a:off x="7122160" y="4237990"/>
            <a:ext cx="2646680" cy="262001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98298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972681" y="939799"/>
            <a:ext cx="4116704" cy="1816100"/>
          </a:xfrm>
          <a:prstGeom prst="rect">
            <a:avLst/>
          </a:prstGeom>
        </p:spPr>
        <p:txBody>
          <a:bodyPr vert="horz" wrap="square" lIns="0" tIns="12065" rIns="0" bIns="0" rtlCol="0">
            <a:spAutoFit/>
          </a:bodyPr>
          <a:lstStyle/>
          <a:p>
            <a:pPr marR="5080">
              <a:lnSpc>
                <a:spcPct val="100000"/>
              </a:lnSpc>
              <a:spcBef>
                <a:spcPts val="105"/>
              </a:spcBef>
            </a:pPr>
            <a:endParaRPr lang="en-US" altLang="en-US" sz="1600" b="1" spc="55" dirty="0">
              <a:solidFill>
                <a:srgbClr val="001F5F"/>
              </a:solidFill>
              <a:latin typeface="Arial" panose="020B0604020202020204"/>
              <a:cs typeface="Arial" panose="020B0604020202020204"/>
            </a:endParaRPr>
          </a:p>
          <a:p>
            <a:pPr marR="5080">
              <a:lnSpc>
                <a:spcPct val="100000"/>
              </a:lnSpc>
              <a:spcBef>
                <a:spcPts val="105"/>
              </a:spcBef>
            </a:pPr>
            <a:endParaRPr lang="en-US" altLang="en-US" sz="1600" b="1" spc="55" dirty="0">
              <a:solidFill>
                <a:srgbClr val="001F5F"/>
              </a:solidFill>
              <a:latin typeface="Arial" panose="020B0604020202020204"/>
              <a:cs typeface="Arial" panose="020B0604020202020204"/>
            </a:endParaRPr>
          </a:p>
          <a:p>
            <a:pPr marR="5080">
              <a:lnSpc>
                <a:spcPct val="100000"/>
              </a:lnSpc>
              <a:spcBef>
                <a:spcPts val="105"/>
              </a:spcBef>
            </a:pPr>
            <a:r>
              <a:rPr lang="en-US" altLang="en-US" sz="1600" b="1" spc="55" dirty="0">
                <a:solidFill>
                  <a:srgbClr val="001F5F"/>
                </a:solidFill>
                <a:latin typeface="Arial" panose="020B0604020202020204"/>
                <a:cs typeface="Arial" panose="020B0604020202020204"/>
              </a:rPr>
              <a:t>ASISH KUMAR</a:t>
            </a:r>
            <a:r>
              <a:rPr sz="1600" b="1" spc="55" dirty="0">
                <a:solidFill>
                  <a:srgbClr val="001F5F"/>
                </a:solidFill>
                <a:latin typeface="Arial" panose="020B0604020202020204"/>
                <a:cs typeface="Arial" panose="020B0604020202020204"/>
              </a:rPr>
              <a:t> </a:t>
            </a:r>
            <a:r>
              <a:rPr sz="1600" b="1" spc="-10" dirty="0">
                <a:solidFill>
                  <a:srgbClr val="001F5F"/>
                </a:solidFill>
                <a:latin typeface="Arial" panose="020B0604020202020204"/>
                <a:cs typeface="Arial" panose="020B0604020202020204"/>
              </a:rPr>
              <a:t>(</a:t>
            </a:r>
            <a:r>
              <a:rPr lang="en-US" altLang="en-US" sz="1600" b="1" spc="-10" dirty="0">
                <a:solidFill>
                  <a:srgbClr val="001F5F"/>
                </a:solidFill>
                <a:latin typeface="Arial" panose="020B0604020202020204"/>
                <a:cs typeface="Arial" panose="020B0604020202020204"/>
              </a:rPr>
              <a:t>BT</a:t>
            </a:r>
            <a:r>
              <a:rPr sz="1600" b="1" spc="-10" dirty="0">
                <a:solidFill>
                  <a:srgbClr val="001F5F"/>
                </a:solidFill>
                <a:latin typeface="Arial" panose="020B0604020202020204"/>
                <a:cs typeface="Arial" panose="020B0604020202020204"/>
              </a:rPr>
              <a:t>/E</a:t>
            </a:r>
            <a:r>
              <a:rPr lang="en-US" altLang="en-US" sz="1600" b="1" spc="-10" dirty="0">
                <a:solidFill>
                  <a:srgbClr val="001F5F"/>
                </a:solidFill>
                <a:latin typeface="Arial" panose="020B0604020202020204"/>
                <a:cs typeface="Arial" panose="020B0604020202020204"/>
              </a:rPr>
              <a:t>C</a:t>
            </a:r>
            <a:r>
              <a:rPr sz="1600" b="1" spc="-10" dirty="0">
                <a:solidFill>
                  <a:srgbClr val="001F5F"/>
                </a:solidFill>
                <a:latin typeface="Arial" panose="020B0604020202020204"/>
                <a:cs typeface="Arial" panose="020B0604020202020204"/>
              </a:rPr>
              <a:t>/2017)</a:t>
            </a:r>
            <a:endParaRPr sz="1600" b="1" spc="-10" dirty="0">
              <a:solidFill>
                <a:srgbClr val="001F5F"/>
              </a:solidFill>
              <a:latin typeface="Arial" panose="020B0604020202020204"/>
              <a:cs typeface="Arial" panose="020B0604020202020204"/>
            </a:endParaRPr>
          </a:p>
          <a:p>
            <a:pPr marR="5080">
              <a:lnSpc>
                <a:spcPct val="100000"/>
              </a:lnSpc>
              <a:spcBef>
                <a:spcPts val="105"/>
              </a:spcBef>
            </a:pPr>
            <a:r>
              <a:rPr lang="en-US" altLang="en-US" sz="1600">
                <a:latin typeface="Arial MT"/>
                <a:cs typeface="Arial MT"/>
                <a:sym typeface="+mn-ea"/>
              </a:rPr>
              <a:t>Company Name - DELOITTE</a:t>
            </a:r>
            <a:endParaRPr lang="en-US" altLang="en-US" sz="1600">
              <a:latin typeface="Arial MT"/>
              <a:cs typeface="Arial MT"/>
              <a:sym typeface="+mn-ea"/>
            </a:endParaRPr>
          </a:p>
          <a:p>
            <a:pPr marR="5080">
              <a:lnSpc>
                <a:spcPct val="100000"/>
              </a:lnSpc>
              <a:spcBef>
                <a:spcPts val="105"/>
              </a:spcBef>
            </a:pPr>
            <a:r>
              <a:rPr lang="en-US" altLang="en-US" sz="1600">
                <a:latin typeface="Arial MT"/>
                <a:cs typeface="Arial MT"/>
                <a:sym typeface="+mn-ea"/>
              </a:rPr>
              <a:t>Designation- MANAGER</a:t>
            </a:r>
            <a:endParaRPr lang="en-US" altLang="en-US" sz="1600">
              <a:latin typeface="Arial MT"/>
              <a:cs typeface="Arial MT"/>
              <a:sym typeface="+mn-ea"/>
            </a:endParaRPr>
          </a:p>
          <a:p>
            <a:pPr marR="5080">
              <a:lnSpc>
                <a:spcPct val="100000"/>
              </a:lnSpc>
              <a:spcBef>
                <a:spcPts val="105"/>
              </a:spcBef>
            </a:pPr>
            <a:r>
              <a:rPr lang="en-US" altLang="en-US" sz="1600">
                <a:latin typeface="Arial MT"/>
                <a:cs typeface="Arial MT"/>
                <a:sym typeface="+mn-ea"/>
              </a:rPr>
              <a:t>Location - NOIDA </a:t>
            </a:r>
            <a:endParaRPr lang="en-US" altLang="en-US" sz="1600">
              <a:latin typeface="Arial MT"/>
              <a:cs typeface="Arial MT"/>
            </a:endParaRPr>
          </a:p>
          <a:p>
            <a:pPr marR="5080">
              <a:lnSpc>
                <a:spcPct val="100000"/>
              </a:lnSpc>
              <a:spcBef>
                <a:spcPts val="105"/>
              </a:spcBef>
            </a:pPr>
            <a:r>
              <a:rPr lang="en-US" altLang="en-US" sz="1600">
                <a:latin typeface="Arial MT"/>
                <a:cs typeface="Arial MT"/>
                <a:sym typeface="+mn-ea"/>
              </a:rPr>
              <a:t>Pass- out Year - 2017</a:t>
            </a:r>
            <a:endParaRPr sz="1400">
              <a:latin typeface="Arial" panose="020B0604020202020204"/>
              <a:cs typeface="Arial" panose="020B0604020202020204"/>
            </a:endParaRPr>
          </a:p>
        </p:txBody>
      </p:sp>
      <p:sp>
        <p:nvSpPr>
          <p:cNvPr id="10" name="object 10"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1" name="object 11"/>
          <p:cNvSpPr txBox="1"/>
          <p:nvPr/>
        </p:nvSpPr>
        <p:spPr>
          <a:xfrm>
            <a:off x="979424" y="3944492"/>
            <a:ext cx="4363085" cy="1402715"/>
          </a:xfrm>
          <a:prstGeom prst="rect">
            <a:avLst/>
          </a:prstGeom>
        </p:spPr>
        <p:txBody>
          <a:bodyPr vert="horz" wrap="square" lIns="0" tIns="12065" rIns="0" bIns="0" rtlCol="0">
            <a:spAutoFit/>
          </a:bodyPr>
          <a:lstStyle/>
          <a:p>
            <a:pPr marR="5080">
              <a:lnSpc>
                <a:spcPct val="100000"/>
              </a:lnSpc>
              <a:spcBef>
                <a:spcPts val="105"/>
              </a:spcBef>
            </a:pPr>
            <a:endParaRPr sz="1600" b="1" spc="415" dirty="0">
              <a:solidFill>
                <a:srgbClr val="001F5F"/>
              </a:solidFill>
              <a:latin typeface="Arial" panose="020B0604020202020204"/>
              <a:cs typeface="Arial" panose="020B0604020202020204"/>
            </a:endParaRPr>
          </a:p>
          <a:p>
            <a:pPr marR="5080">
              <a:lnSpc>
                <a:spcPct val="100000"/>
              </a:lnSpc>
              <a:spcBef>
                <a:spcPts val="105"/>
              </a:spcBef>
            </a:pPr>
            <a:r>
              <a:rPr lang="en-US" altLang="en-US" sz="1400" b="1" spc="55" dirty="0">
                <a:solidFill>
                  <a:srgbClr val="001F5F"/>
                </a:solidFill>
                <a:latin typeface="Arial" panose="020B0604020202020204"/>
                <a:cs typeface="Arial" panose="020B0604020202020204"/>
                <a:sym typeface="+mn-ea"/>
              </a:rPr>
              <a:t>ABHINAV TYAGI</a:t>
            </a:r>
            <a:r>
              <a:rPr sz="1400" b="1" spc="55" dirty="0">
                <a:solidFill>
                  <a:srgbClr val="001F5F"/>
                </a:solidFill>
                <a:latin typeface="Arial" panose="020B0604020202020204"/>
                <a:cs typeface="Arial" panose="020B0604020202020204"/>
                <a:sym typeface="+mn-ea"/>
              </a:rPr>
              <a:t> </a:t>
            </a:r>
            <a:r>
              <a:rPr sz="1400" b="1" spc="-10" dirty="0">
                <a:solidFill>
                  <a:srgbClr val="001F5F"/>
                </a:solidFill>
                <a:latin typeface="Arial" panose="020B0604020202020204"/>
                <a:cs typeface="Arial" panose="020B0604020202020204"/>
                <a:sym typeface="+mn-ea"/>
              </a:rPr>
              <a:t>(</a:t>
            </a:r>
            <a:r>
              <a:rPr lang="en-US" altLang="en-US" sz="1400" b="1" spc="-10" dirty="0">
                <a:solidFill>
                  <a:srgbClr val="001F5F"/>
                </a:solidFill>
                <a:latin typeface="Arial" panose="020B0604020202020204"/>
                <a:cs typeface="Arial" panose="020B0604020202020204"/>
                <a:sym typeface="+mn-ea"/>
              </a:rPr>
              <a:t>BT</a:t>
            </a:r>
            <a:r>
              <a:rPr sz="1400" b="1" spc="-10" dirty="0">
                <a:solidFill>
                  <a:srgbClr val="001F5F"/>
                </a:solidFill>
                <a:latin typeface="Arial" panose="020B0604020202020204"/>
                <a:cs typeface="Arial" panose="020B0604020202020204"/>
                <a:sym typeface="+mn-ea"/>
              </a:rPr>
              <a:t>/E</a:t>
            </a:r>
            <a:r>
              <a:rPr lang="en-US" altLang="en-US" sz="1400" b="1" spc="-10" dirty="0">
                <a:solidFill>
                  <a:srgbClr val="001F5F"/>
                </a:solidFill>
                <a:latin typeface="Arial" panose="020B0604020202020204"/>
                <a:cs typeface="Arial" panose="020B0604020202020204"/>
                <a:sym typeface="+mn-ea"/>
              </a:rPr>
              <a:t>C</a:t>
            </a:r>
            <a:r>
              <a:rPr sz="1400" b="1" spc="-10" dirty="0">
                <a:solidFill>
                  <a:srgbClr val="001F5F"/>
                </a:solidFill>
                <a:latin typeface="Arial" panose="020B0604020202020204"/>
                <a:cs typeface="Arial" panose="020B0604020202020204"/>
                <a:sym typeface="+mn-ea"/>
              </a:rPr>
              <a:t>/201</a:t>
            </a:r>
            <a:r>
              <a:rPr lang="en-US" altLang="en-US" sz="1400" b="1" spc="-10" dirty="0">
                <a:solidFill>
                  <a:srgbClr val="001F5F"/>
                </a:solidFill>
                <a:latin typeface="Arial" panose="020B0604020202020204"/>
                <a:cs typeface="Arial" panose="020B0604020202020204"/>
                <a:sym typeface="+mn-ea"/>
              </a:rPr>
              <a:t>6</a:t>
            </a:r>
            <a:r>
              <a:rPr sz="1400" b="1" spc="-10" dirty="0">
                <a:solidFill>
                  <a:srgbClr val="001F5F"/>
                </a:solidFill>
                <a:latin typeface="Arial" panose="020B0604020202020204"/>
                <a:cs typeface="Arial" panose="020B0604020202020204"/>
                <a:sym typeface="+mn-ea"/>
              </a:rPr>
              <a:t>)</a:t>
            </a:r>
            <a:endParaRPr sz="1400" b="1" spc="-10" dirty="0">
              <a:solidFill>
                <a:srgbClr val="001F5F"/>
              </a:solidFill>
              <a:latin typeface="Arial" panose="020B0604020202020204"/>
              <a:cs typeface="Arial" panose="020B0604020202020204"/>
            </a:endParaRPr>
          </a:p>
          <a:p>
            <a:pPr marR="5080">
              <a:lnSpc>
                <a:spcPct val="100000"/>
              </a:lnSpc>
              <a:spcBef>
                <a:spcPts val="105"/>
              </a:spcBef>
            </a:pPr>
            <a:r>
              <a:rPr lang="en-US" altLang="en-US" sz="1400">
                <a:latin typeface="Arial MT"/>
                <a:cs typeface="Arial MT"/>
                <a:sym typeface="+mn-ea"/>
              </a:rPr>
              <a:t>Company Name -Pet stream inc </a:t>
            </a:r>
            <a:endParaRPr lang="en-US" altLang="en-US" sz="1400">
              <a:latin typeface="Arial MT"/>
              <a:cs typeface="Arial MT"/>
              <a:sym typeface="+mn-ea"/>
            </a:endParaRPr>
          </a:p>
          <a:p>
            <a:pPr marR="5080">
              <a:lnSpc>
                <a:spcPct val="100000"/>
              </a:lnSpc>
              <a:spcBef>
                <a:spcPts val="105"/>
              </a:spcBef>
            </a:pPr>
            <a:r>
              <a:rPr lang="en-US" altLang="en-US" sz="1400">
                <a:latin typeface="Arial MT"/>
                <a:cs typeface="Arial MT"/>
                <a:sym typeface="+mn-ea"/>
              </a:rPr>
              <a:t>Designation- Senior service engineer </a:t>
            </a:r>
            <a:endParaRPr lang="en-US" altLang="en-US" sz="1400">
              <a:latin typeface="Arial MT"/>
              <a:cs typeface="Arial MT"/>
              <a:sym typeface="+mn-ea"/>
            </a:endParaRPr>
          </a:p>
          <a:p>
            <a:pPr marR="5080">
              <a:lnSpc>
                <a:spcPct val="100000"/>
              </a:lnSpc>
              <a:spcBef>
                <a:spcPts val="105"/>
              </a:spcBef>
            </a:pPr>
            <a:r>
              <a:rPr lang="en-US" altLang="en-US" sz="1400">
                <a:latin typeface="Arial MT"/>
                <a:cs typeface="Arial MT"/>
                <a:sym typeface="+mn-ea"/>
              </a:rPr>
              <a:t>Location - NOIDA </a:t>
            </a:r>
            <a:endParaRPr lang="en-US" altLang="en-US" sz="1400">
              <a:latin typeface="Arial MT"/>
              <a:cs typeface="Arial MT"/>
            </a:endParaRPr>
          </a:p>
          <a:p>
            <a:pPr marR="5080">
              <a:lnSpc>
                <a:spcPct val="100000"/>
              </a:lnSpc>
              <a:spcBef>
                <a:spcPts val="105"/>
              </a:spcBef>
            </a:pPr>
            <a:r>
              <a:rPr lang="en-US" altLang="en-US" sz="1400">
                <a:latin typeface="Arial MT"/>
                <a:cs typeface="Arial MT"/>
                <a:sym typeface="+mn-ea"/>
              </a:rPr>
              <a:t>Pass- out Year - 2016</a:t>
            </a:r>
            <a:endParaRPr sz="1400">
              <a:latin typeface="Arial" panose="020B0604020202020204"/>
              <a:cs typeface="Arial" panose="020B0604020202020204"/>
            </a:endParaRPr>
          </a:p>
        </p:txBody>
      </p:sp>
      <p:pic>
        <p:nvPicPr>
          <p:cNvPr id="15" name="Picture 14" descr="WhatsApp Image 2026-08-03 at 7.25.41 PM"/>
          <p:cNvPicPr>
            <a:picLocks noChangeAspect="1"/>
          </p:cNvPicPr>
          <p:nvPr/>
        </p:nvPicPr>
        <p:blipFill>
          <a:blip r:embed="rId3"/>
          <a:stretch>
            <a:fillRect/>
          </a:stretch>
        </p:blipFill>
        <p:spPr>
          <a:xfrm>
            <a:off x="3145790" y="1000125"/>
            <a:ext cx="2799080" cy="2752725"/>
          </a:xfrm>
          <a:prstGeom prst="rect">
            <a:avLst/>
          </a:prstGeom>
        </p:spPr>
      </p:pic>
      <p:pic>
        <p:nvPicPr>
          <p:cNvPr id="16" name="Picture 15"/>
          <p:cNvPicPr>
            <a:picLocks noChangeAspect="1"/>
          </p:cNvPicPr>
          <p:nvPr/>
        </p:nvPicPr>
        <p:blipFill>
          <a:blip r:embed="rId4"/>
          <a:stretch>
            <a:fillRect/>
          </a:stretch>
        </p:blipFill>
        <p:spPr>
          <a:xfrm>
            <a:off x="6248400" y="3835400"/>
            <a:ext cx="2279015" cy="2770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98298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972681" y="939799"/>
            <a:ext cx="4116704" cy="1816100"/>
          </a:xfrm>
          <a:prstGeom prst="rect">
            <a:avLst/>
          </a:prstGeom>
        </p:spPr>
        <p:txBody>
          <a:bodyPr vert="horz" wrap="square" lIns="0" tIns="12065" rIns="0" bIns="0" rtlCol="0">
            <a:spAutoFit/>
          </a:bodyPr>
          <a:lstStyle/>
          <a:p>
            <a:pPr marR="5080">
              <a:lnSpc>
                <a:spcPct val="100000"/>
              </a:lnSpc>
              <a:spcBef>
                <a:spcPts val="105"/>
              </a:spcBef>
            </a:pPr>
            <a:endParaRPr lang="en-US" altLang="en-US" sz="1600" b="1" spc="55" dirty="0">
              <a:solidFill>
                <a:srgbClr val="001F5F"/>
              </a:solidFill>
              <a:latin typeface="Arial" panose="020B0604020202020204"/>
              <a:cs typeface="Arial" panose="020B0604020202020204"/>
            </a:endParaRPr>
          </a:p>
          <a:p>
            <a:pPr marR="5080">
              <a:lnSpc>
                <a:spcPct val="100000"/>
              </a:lnSpc>
              <a:spcBef>
                <a:spcPts val="105"/>
              </a:spcBef>
            </a:pPr>
            <a:endParaRPr lang="en-US" altLang="en-US" sz="1600" b="1" spc="55" dirty="0">
              <a:solidFill>
                <a:srgbClr val="001F5F"/>
              </a:solidFill>
              <a:latin typeface="Arial" panose="020B0604020202020204"/>
              <a:cs typeface="Arial" panose="020B0604020202020204"/>
            </a:endParaRPr>
          </a:p>
          <a:p>
            <a:pPr marR="5080">
              <a:lnSpc>
                <a:spcPct val="100000"/>
              </a:lnSpc>
              <a:spcBef>
                <a:spcPts val="105"/>
              </a:spcBef>
            </a:pPr>
            <a:r>
              <a:rPr lang="en-US" altLang="en-US" sz="1600" b="1" spc="55" dirty="0">
                <a:solidFill>
                  <a:srgbClr val="001F5F"/>
                </a:solidFill>
                <a:latin typeface="Arial" panose="020B0604020202020204"/>
                <a:cs typeface="Arial" panose="020B0604020202020204"/>
              </a:rPr>
              <a:t>PRIYANSH</a:t>
            </a:r>
            <a:r>
              <a:rPr sz="1600" b="1" spc="55" dirty="0">
                <a:solidFill>
                  <a:srgbClr val="001F5F"/>
                </a:solidFill>
                <a:latin typeface="Arial" panose="020B0604020202020204"/>
                <a:cs typeface="Arial" panose="020B0604020202020204"/>
              </a:rPr>
              <a:t> </a:t>
            </a:r>
            <a:r>
              <a:rPr sz="1600" b="1" spc="-10" dirty="0">
                <a:solidFill>
                  <a:srgbClr val="001F5F"/>
                </a:solidFill>
                <a:latin typeface="Arial" panose="020B0604020202020204"/>
                <a:cs typeface="Arial" panose="020B0604020202020204"/>
              </a:rPr>
              <a:t>(</a:t>
            </a:r>
            <a:r>
              <a:rPr lang="en-US" altLang="en-US" sz="1600" b="1" spc="-10" dirty="0">
                <a:solidFill>
                  <a:srgbClr val="001F5F"/>
                </a:solidFill>
                <a:latin typeface="Arial" panose="020B0604020202020204"/>
                <a:cs typeface="Arial" panose="020B0604020202020204"/>
              </a:rPr>
              <a:t>BT</a:t>
            </a:r>
            <a:r>
              <a:rPr sz="1600" b="1" spc="-10" dirty="0">
                <a:solidFill>
                  <a:srgbClr val="001F5F"/>
                </a:solidFill>
                <a:latin typeface="Arial" panose="020B0604020202020204"/>
                <a:cs typeface="Arial" panose="020B0604020202020204"/>
              </a:rPr>
              <a:t>/</a:t>
            </a:r>
            <a:r>
              <a:rPr lang="en-US" altLang="en-US" sz="1600" b="1" spc="-10" dirty="0">
                <a:solidFill>
                  <a:srgbClr val="001F5F"/>
                </a:solidFill>
                <a:latin typeface="Arial" panose="020B0604020202020204"/>
                <a:cs typeface="Arial" panose="020B0604020202020204"/>
              </a:rPr>
              <a:t>CS</a:t>
            </a:r>
            <a:r>
              <a:rPr sz="1600" b="1" spc="-10" dirty="0">
                <a:solidFill>
                  <a:srgbClr val="001F5F"/>
                </a:solidFill>
                <a:latin typeface="Arial" panose="020B0604020202020204"/>
                <a:cs typeface="Arial" panose="020B0604020202020204"/>
              </a:rPr>
              <a:t>/20</a:t>
            </a:r>
            <a:r>
              <a:rPr lang="en-US" altLang="en-US" sz="1600" b="1" spc="-10" dirty="0">
                <a:solidFill>
                  <a:srgbClr val="001F5F"/>
                </a:solidFill>
                <a:latin typeface="Arial" panose="020B0604020202020204"/>
                <a:cs typeface="Arial" panose="020B0604020202020204"/>
              </a:rPr>
              <a:t>20</a:t>
            </a:r>
            <a:r>
              <a:rPr sz="1600" b="1" spc="-10" dirty="0">
                <a:solidFill>
                  <a:srgbClr val="001F5F"/>
                </a:solidFill>
                <a:latin typeface="Arial" panose="020B0604020202020204"/>
                <a:cs typeface="Arial" panose="020B0604020202020204"/>
              </a:rPr>
              <a:t>)</a:t>
            </a:r>
            <a:endParaRPr sz="1600" b="1" spc="-10" dirty="0">
              <a:solidFill>
                <a:srgbClr val="001F5F"/>
              </a:solidFill>
              <a:latin typeface="Arial" panose="020B0604020202020204"/>
              <a:cs typeface="Arial" panose="020B0604020202020204"/>
            </a:endParaRPr>
          </a:p>
          <a:p>
            <a:pPr marR="5080">
              <a:lnSpc>
                <a:spcPct val="100000"/>
              </a:lnSpc>
              <a:spcBef>
                <a:spcPts val="105"/>
              </a:spcBef>
            </a:pPr>
            <a:r>
              <a:rPr lang="en-US" altLang="en-US" sz="1600" b="1" spc="-10" dirty="0">
                <a:solidFill>
                  <a:srgbClr val="001F5F"/>
                </a:solidFill>
                <a:latin typeface="Arial" panose="020B0604020202020204"/>
                <a:cs typeface="Arial" panose="020B0604020202020204"/>
              </a:rPr>
              <a:t>* Company Name - Cognizant </a:t>
            </a:r>
            <a:endParaRPr lang="en-US" altLang="en-US" sz="1600" b="1" spc="-10" dirty="0">
              <a:solidFill>
                <a:srgbClr val="001F5F"/>
              </a:solidFill>
              <a:latin typeface="Arial" panose="020B0604020202020204"/>
              <a:cs typeface="Arial" panose="020B0604020202020204"/>
            </a:endParaRPr>
          </a:p>
          <a:p>
            <a:pPr marR="5080">
              <a:lnSpc>
                <a:spcPct val="100000"/>
              </a:lnSpc>
              <a:spcBef>
                <a:spcPts val="105"/>
              </a:spcBef>
            </a:pPr>
            <a:r>
              <a:rPr lang="en-US" altLang="en-US" sz="1600" b="1" spc="-10" dirty="0">
                <a:solidFill>
                  <a:srgbClr val="001F5F"/>
                </a:solidFill>
                <a:latin typeface="Arial" panose="020B0604020202020204"/>
                <a:cs typeface="Arial" panose="020B0604020202020204"/>
              </a:rPr>
              <a:t>* Designation - Senior Associate-Projects</a:t>
            </a:r>
            <a:endParaRPr lang="en-US" altLang="en-US" sz="1600" b="1" spc="-10" dirty="0">
              <a:solidFill>
                <a:srgbClr val="001F5F"/>
              </a:solidFill>
              <a:latin typeface="Arial" panose="020B0604020202020204"/>
              <a:cs typeface="Arial" panose="020B0604020202020204"/>
            </a:endParaRPr>
          </a:p>
          <a:p>
            <a:pPr marR="5080">
              <a:lnSpc>
                <a:spcPct val="100000"/>
              </a:lnSpc>
              <a:spcBef>
                <a:spcPts val="105"/>
              </a:spcBef>
            </a:pPr>
            <a:r>
              <a:rPr lang="en-US" altLang="en-US" sz="1600" b="1" spc="-10" dirty="0">
                <a:solidFill>
                  <a:srgbClr val="001F5F"/>
                </a:solidFill>
                <a:latin typeface="Arial" panose="020B0604020202020204"/>
                <a:cs typeface="Arial" panose="020B0604020202020204"/>
              </a:rPr>
              <a:t>* Location - Noida</a:t>
            </a:r>
            <a:endParaRPr lang="en-US" altLang="en-US" sz="1600" b="1" spc="-10" dirty="0">
              <a:solidFill>
                <a:srgbClr val="001F5F"/>
              </a:solidFill>
              <a:latin typeface="Arial" panose="020B0604020202020204"/>
              <a:cs typeface="Arial" panose="020B0604020202020204"/>
            </a:endParaRPr>
          </a:p>
          <a:p>
            <a:pPr marR="5080">
              <a:lnSpc>
                <a:spcPct val="100000"/>
              </a:lnSpc>
              <a:spcBef>
                <a:spcPts val="105"/>
              </a:spcBef>
            </a:pPr>
            <a:r>
              <a:rPr lang="en-US" altLang="en-US" sz="1600" b="1" spc="-10" dirty="0">
                <a:solidFill>
                  <a:srgbClr val="001F5F"/>
                </a:solidFill>
                <a:latin typeface="Arial" panose="020B0604020202020204"/>
                <a:cs typeface="Arial" panose="020B0604020202020204"/>
              </a:rPr>
              <a:t>* Pass-out year - 2020</a:t>
            </a:r>
            <a:endParaRPr lang="en-US" altLang="en-US" sz="1600" b="1" spc="-10" dirty="0">
              <a:solidFill>
                <a:srgbClr val="001F5F"/>
              </a:solidFill>
              <a:latin typeface="Arial" panose="020B0604020202020204"/>
              <a:cs typeface="Arial" panose="020B0604020202020204"/>
            </a:endParaRPr>
          </a:p>
        </p:txBody>
      </p:sp>
      <p:sp>
        <p:nvSpPr>
          <p:cNvPr id="10" name="object 10"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1" name="object 11"/>
          <p:cNvSpPr txBox="1"/>
          <p:nvPr/>
        </p:nvSpPr>
        <p:spPr>
          <a:xfrm>
            <a:off x="979424" y="3944492"/>
            <a:ext cx="4363085" cy="1402715"/>
          </a:xfrm>
          <a:prstGeom prst="rect">
            <a:avLst/>
          </a:prstGeom>
        </p:spPr>
        <p:txBody>
          <a:bodyPr vert="horz" wrap="square" lIns="0" tIns="12065" rIns="0" bIns="0" rtlCol="0">
            <a:spAutoFit/>
          </a:bodyPr>
          <a:lstStyle/>
          <a:p>
            <a:pPr marR="5080">
              <a:lnSpc>
                <a:spcPct val="100000"/>
              </a:lnSpc>
              <a:spcBef>
                <a:spcPts val="105"/>
              </a:spcBef>
            </a:pPr>
            <a:endParaRPr sz="1600" b="1" spc="415" dirty="0">
              <a:solidFill>
                <a:srgbClr val="001F5F"/>
              </a:solidFill>
              <a:latin typeface="Arial" panose="020B0604020202020204"/>
              <a:cs typeface="Arial" panose="020B0604020202020204"/>
            </a:endParaRPr>
          </a:p>
          <a:p>
            <a:pPr marR="5080">
              <a:lnSpc>
                <a:spcPct val="100000"/>
              </a:lnSpc>
              <a:spcBef>
                <a:spcPts val="105"/>
              </a:spcBef>
            </a:pPr>
            <a:r>
              <a:rPr lang="en-US" altLang="en-US" sz="1400" b="1" spc="55" dirty="0">
                <a:solidFill>
                  <a:srgbClr val="001F5F"/>
                </a:solidFill>
                <a:latin typeface="Arial" panose="020B0604020202020204"/>
                <a:cs typeface="Arial" panose="020B0604020202020204"/>
                <a:sym typeface="+mn-ea"/>
              </a:rPr>
              <a:t>PRAVEEN DWIVEDI</a:t>
            </a:r>
            <a:r>
              <a:rPr sz="1400" b="1" spc="55" dirty="0">
                <a:solidFill>
                  <a:srgbClr val="001F5F"/>
                </a:solidFill>
                <a:latin typeface="Arial" panose="020B0604020202020204"/>
                <a:cs typeface="Arial" panose="020B0604020202020204"/>
                <a:sym typeface="+mn-ea"/>
              </a:rPr>
              <a:t> </a:t>
            </a:r>
            <a:r>
              <a:rPr sz="1400" b="1" spc="-10" dirty="0">
                <a:solidFill>
                  <a:srgbClr val="001F5F"/>
                </a:solidFill>
                <a:latin typeface="Arial" panose="020B0604020202020204"/>
                <a:cs typeface="Arial" panose="020B0604020202020204"/>
                <a:sym typeface="+mn-ea"/>
              </a:rPr>
              <a:t>(</a:t>
            </a:r>
            <a:r>
              <a:rPr lang="en-US" altLang="en-US" sz="1400" b="1" spc="-10" dirty="0">
                <a:solidFill>
                  <a:srgbClr val="001F5F"/>
                </a:solidFill>
                <a:latin typeface="Arial" panose="020B0604020202020204"/>
                <a:cs typeface="Arial" panose="020B0604020202020204"/>
                <a:sym typeface="+mn-ea"/>
              </a:rPr>
              <a:t>BT</a:t>
            </a:r>
            <a:r>
              <a:rPr sz="1400" b="1" spc="-10" dirty="0">
                <a:solidFill>
                  <a:srgbClr val="001F5F"/>
                </a:solidFill>
                <a:latin typeface="Arial" panose="020B0604020202020204"/>
                <a:cs typeface="Arial" panose="020B0604020202020204"/>
                <a:sym typeface="+mn-ea"/>
              </a:rPr>
              <a:t>/E</a:t>
            </a:r>
            <a:r>
              <a:rPr lang="en-US" altLang="en-US" sz="1400" b="1" spc="-10" dirty="0">
                <a:solidFill>
                  <a:srgbClr val="001F5F"/>
                </a:solidFill>
                <a:latin typeface="Arial" panose="020B0604020202020204"/>
                <a:cs typeface="Arial" panose="020B0604020202020204"/>
                <a:sym typeface="+mn-ea"/>
              </a:rPr>
              <a:t>C</a:t>
            </a:r>
            <a:r>
              <a:rPr sz="1400" b="1" spc="-10" dirty="0">
                <a:solidFill>
                  <a:srgbClr val="001F5F"/>
                </a:solidFill>
                <a:latin typeface="Arial" panose="020B0604020202020204"/>
                <a:cs typeface="Arial" panose="020B0604020202020204"/>
                <a:sym typeface="+mn-ea"/>
              </a:rPr>
              <a:t>/201</a:t>
            </a:r>
            <a:r>
              <a:rPr lang="en-US" altLang="en-US" sz="1400" b="1" spc="-10" dirty="0">
                <a:solidFill>
                  <a:srgbClr val="001F5F"/>
                </a:solidFill>
                <a:latin typeface="Arial" panose="020B0604020202020204"/>
                <a:cs typeface="Arial" panose="020B0604020202020204"/>
                <a:sym typeface="+mn-ea"/>
              </a:rPr>
              <a:t>2</a:t>
            </a:r>
            <a:r>
              <a:rPr sz="1400" b="1" spc="-10" dirty="0">
                <a:solidFill>
                  <a:srgbClr val="001F5F"/>
                </a:solidFill>
                <a:latin typeface="Arial" panose="020B0604020202020204"/>
                <a:cs typeface="Arial" panose="020B0604020202020204"/>
                <a:sym typeface="+mn-ea"/>
              </a:rPr>
              <a:t>)</a:t>
            </a:r>
            <a:endParaRPr sz="1400" b="1" spc="-10" dirty="0">
              <a:solidFill>
                <a:srgbClr val="001F5F"/>
              </a:solidFill>
              <a:latin typeface="Arial" panose="020B0604020202020204"/>
              <a:cs typeface="Arial" panose="020B0604020202020204"/>
            </a:endParaRPr>
          </a:p>
          <a:p>
            <a:pPr marR="5080">
              <a:lnSpc>
                <a:spcPct val="100000"/>
              </a:lnSpc>
              <a:spcBef>
                <a:spcPts val="105"/>
              </a:spcBef>
            </a:pPr>
            <a:r>
              <a:rPr lang="en-US" altLang="en-US" sz="1400">
                <a:latin typeface="Arial MT"/>
                <a:cs typeface="Arial MT"/>
                <a:sym typeface="+mn-ea"/>
              </a:rPr>
              <a:t>Company Name - ORACLE</a:t>
            </a:r>
            <a:endParaRPr lang="en-US" altLang="en-US" sz="1400">
              <a:latin typeface="Arial MT"/>
              <a:cs typeface="Arial MT"/>
              <a:sym typeface="+mn-ea"/>
            </a:endParaRPr>
          </a:p>
          <a:p>
            <a:pPr marR="5080">
              <a:lnSpc>
                <a:spcPct val="100000"/>
              </a:lnSpc>
              <a:spcBef>
                <a:spcPts val="105"/>
              </a:spcBef>
            </a:pPr>
            <a:r>
              <a:rPr lang="en-US" altLang="en-US" sz="1400">
                <a:latin typeface="Arial MT"/>
                <a:cs typeface="Arial MT"/>
                <a:sym typeface="+mn-ea"/>
              </a:rPr>
              <a:t>* Designation - Principal Engineer (ORMB SME)</a:t>
            </a:r>
            <a:endParaRPr lang="en-US" altLang="en-US" sz="1400">
              <a:latin typeface="Arial MT"/>
              <a:cs typeface="Arial MT"/>
              <a:sym typeface="+mn-ea"/>
            </a:endParaRPr>
          </a:p>
          <a:p>
            <a:pPr marR="5080">
              <a:lnSpc>
                <a:spcPct val="100000"/>
              </a:lnSpc>
              <a:spcBef>
                <a:spcPts val="105"/>
              </a:spcBef>
            </a:pPr>
            <a:r>
              <a:rPr lang="en-US" altLang="en-US" sz="1400">
                <a:latin typeface="Arial MT"/>
                <a:cs typeface="Arial MT"/>
                <a:sym typeface="+mn-ea"/>
              </a:rPr>
              <a:t>* Location - Noida </a:t>
            </a:r>
            <a:endParaRPr lang="en-US" altLang="en-US" sz="1400">
              <a:latin typeface="Arial MT"/>
              <a:cs typeface="Arial MT"/>
              <a:sym typeface="+mn-ea"/>
            </a:endParaRPr>
          </a:p>
          <a:p>
            <a:pPr marR="5080">
              <a:lnSpc>
                <a:spcPct val="100000"/>
              </a:lnSpc>
              <a:spcBef>
                <a:spcPts val="105"/>
              </a:spcBef>
            </a:pPr>
            <a:r>
              <a:rPr lang="en-US" altLang="en-US" sz="1400">
                <a:latin typeface="Arial MT"/>
                <a:cs typeface="Arial MT"/>
                <a:sym typeface="+mn-ea"/>
              </a:rPr>
              <a:t>* Pass-out Year- 2012</a:t>
            </a:r>
            <a:endParaRPr lang="en-US" altLang="en-US" sz="1400">
              <a:latin typeface="Arial MT"/>
              <a:cs typeface="Arial MT"/>
              <a:sym typeface="+mn-ea"/>
            </a:endParaRPr>
          </a:p>
        </p:txBody>
      </p:sp>
      <p:pic>
        <p:nvPicPr>
          <p:cNvPr id="9" name="Picture 8"/>
          <p:cNvPicPr>
            <a:picLocks noChangeAspect="1"/>
          </p:cNvPicPr>
          <p:nvPr/>
        </p:nvPicPr>
        <p:blipFill>
          <a:blip r:embed="rId3"/>
          <a:stretch>
            <a:fillRect/>
          </a:stretch>
        </p:blipFill>
        <p:spPr>
          <a:xfrm>
            <a:off x="3752850" y="939800"/>
            <a:ext cx="2038350" cy="2717800"/>
          </a:xfrm>
          <a:prstGeom prst="rect">
            <a:avLst/>
          </a:prstGeom>
        </p:spPr>
      </p:pic>
      <p:pic>
        <p:nvPicPr>
          <p:cNvPr id="12" name="Picture 11"/>
          <p:cNvPicPr>
            <a:picLocks noChangeAspect="1"/>
          </p:cNvPicPr>
          <p:nvPr/>
        </p:nvPicPr>
        <p:blipFill>
          <a:blip r:embed="rId4"/>
          <a:stretch>
            <a:fillRect/>
          </a:stretch>
        </p:blipFill>
        <p:spPr>
          <a:xfrm>
            <a:off x="5957570" y="4123690"/>
            <a:ext cx="2199005" cy="273431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98298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12915" y="1318895"/>
            <a:ext cx="4432300" cy="2110105"/>
          </a:xfrm>
          <a:prstGeom prst="rect">
            <a:avLst/>
          </a:prstGeom>
        </p:spPr>
        <p:txBody>
          <a:bodyPr vert="horz" wrap="square" lIns="0" tIns="12700" rIns="0" bIns="0" rtlCol="0">
            <a:noAutofit/>
          </a:bodyPr>
          <a:lstStyle/>
          <a:p>
            <a:pPr marL="12700" marR="5080" indent="5080" algn="ctr">
              <a:lnSpc>
                <a:spcPct val="100000"/>
              </a:lnSpc>
              <a:spcBef>
                <a:spcPts val="100"/>
              </a:spcBef>
            </a:pPr>
            <a:r>
              <a:rPr sz="1800" b="1" spc="-85" dirty="0">
                <a:solidFill>
                  <a:srgbClr val="001F5F"/>
                </a:solidFill>
                <a:latin typeface="Arial" panose="020B0604020202020204"/>
                <a:cs typeface="Arial" panose="020B0604020202020204"/>
              </a:rPr>
              <a:t>Mr.</a:t>
            </a:r>
            <a:r>
              <a:rPr sz="1800" b="1" spc="-25" dirty="0">
                <a:solidFill>
                  <a:srgbClr val="001F5F"/>
                </a:solidFill>
                <a:latin typeface="Arial" panose="020B0604020202020204"/>
                <a:cs typeface="Arial" panose="020B0604020202020204"/>
              </a:rPr>
              <a:t> </a:t>
            </a:r>
            <a:r>
              <a:rPr lang="en-US" altLang="en-US" sz="1800" b="1" spc="-220" dirty="0">
                <a:solidFill>
                  <a:srgbClr val="001F5F"/>
                </a:solidFill>
                <a:latin typeface="Arial" panose="020B0604020202020204"/>
                <a:cs typeface="Arial" panose="020B0604020202020204"/>
              </a:rPr>
              <a:t>SAJJAN</a:t>
            </a:r>
            <a:r>
              <a:rPr sz="1800" b="1" spc="60" dirty="0">
                <a:solidFill>
                  <a:srgbClr val="001F5F"/>
                </a:solidFill>
                <a:latin typeface="Arial" panose="020B0604020202020204"/>
                <a:cs typeface="Arial" panose="020B0604020202020204"/>
              </a:rPr>
              <a:t> </a:t>
            </a:r>
            <a:r>
              <a:rPr sz="1800" b="1" spc="-25" dirty="0">
                <a:solidFill>
                  <a:srgbClr val="001F5F"/>
                </a:solidFill>
                <a:latin typeface="Arial" panose="020B0604020202020204"/>
                <a:cs typeface="Arial" panose="020B0604020202020204"/>
              </a:rPr>
              <a:t>(BT/CSE/20</a:t>
            </a:r>
            <a:r>
              <a:rPr lang="en-US" altLang="en-US" sz="1800" b="1" spc="-25" dirty="0">
                <a:solidFill>
                  <a:srgbClr val="001F5F"/>
                </a:solidFill>
                <a:latin typeface="Arial" panose="020B0604020202020204"/>
                <a:cs typeface="Arial" panose="020B0604020202020204"/>
              </a:rPr>
              <a:t>21</a:t>
            </a:r>
            <a:r>
              <a:rPr sz="1800" b="1" spc="-25" dirty="0">
                <a:solidFill>
                  <a:srgbClr val="001F5F"/>
                </a:solidFill>
                <a:latin typeface="Arial" panose="020B0604020202020204"/>
                <a:cs typeface="Arial" panose="020B0604020202020204"/>
              </a:rPr>
              <a:t>)</a:t>
            </a:r>
            <a:r>
              <a:rPr sz="1800" b="1" spc="35" dirty="0">
                <a:solidFill>
                  <a:srgbClr val="001F5F"/>
                </a:solidFill>
                <a:latin typeface="Arial" panose="020B0604020202020204"/>
                <a:cs typeface="Arial" panose="020B0604020202020204"/>
              </a:rPr>
              <a:t> </a:t>
            </a:r>
            <a:endParaRPr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Company- Amazon</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Designation- SDE1</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Pass-out year- 2021</a:t>
            </a:r>
            <a:endParaRPr lang="en-US" altLang="en-US" sz="1800" b="1" spc="35" dirty="0">
              <a:solidFill>
                <a:srgbClr val="001F5F"/>
              </a:solidFill>
              <a:latin typeface="Arial" panose="020B0604020202020204"/>
              <a:cs typeface="Arial" panose="020B0604020202020204"/>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948944" y="4125848"/>
            <a:ext cx="4421505" cy="1448435"/>
          </a:xfrm>
          <a:prstGeom prst="rect">
            <a:avLst/>
          </a:prstGeom>
        </p:spPr>
        <p:txBody>
          <a:bodyPr vert="horz" wrap="square" lIns="0" tIns="12700" rIns="0" bIns="0" rtlCol="0">
            <a:spAutoFit/>
          </a:bodyPr>
          <a:lstStyle/>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Ms. NEHA</a:t>
            </a:r>
            <a:r>
              <a:rPr sz="1800" b="1" spc="50" dirty="0">
                <a:solidFill>
                  <a:srgbClr val="001F5F"/>
                </a:solidFill>
                <a:latin typeface="Arial" panose="020B0604020202020204"/>
                <a:cs typeface="Arial" panose="020B0604020202020204"/>
              </a:rPr>
              <a:t> </a:t>
            </a:r>
            <a:r>
              <a:rPr sz="1800" b="1" spc="-25" dirty="0">
                <a:solidFill>
                  <a:srgbClr val="001F5F"/>
                </a:solidFill>
                <a:latin typeface="Arial" panose="020B0604020202020204"/>
                <a:cs typeface="Arial" panose="020B0604020202020204"/>
                <a:sym typeface="+mn-ea"/>
              </a:rPr>
              <a:t>(BT/</a:t>
            </a:r>
            <a:r>
              <a:rPr lang="en-US" altLang="en-US" sz="1800" b="1" spc="-25" dirty="0">
                <a:solidFill>
                  <a:srgbClr val="001F5F"/>
                </a:solidFill>
                <a:latin typeface="Arial" panose="020B0604020202020204"/>
                <a:cs typeface="Arial" panose="020B0604020202020204"/>
                <a:sym typeface="+mn-ea"/>
              </a:rPr>
              <a:t>EC</a:t>
            </a:r>
            <a:r>
              <a:rPr sz="1800" b="1" spc="-25" dirty="0">
                <a:solidFill>
                  <a:srgbClr val="001F5F"/>
                </a:solidFill>
                <a:latin typeface="Arial" panose="020B0604020202020204"/>
                <a:cs typeface="Arial" panose="020B0604020202020204"/>
                <a:sym typeface="+mn-ea"/>
              </a:rPr>
              <a:t>/20</a:t>
            </a:r>
            <a:r>
              <a:rPr lang="en-US" altLang="en-US" sz="1800" b="1" spc="-25" dirty="0">
                <a:solidFill>
                  <a:srgbClr val="001F5F"/>
                </a:solidFill>
                <a:latin typeface="Arial" panose="020B0604020202020204"/>
                <a:cs typeface="Arial" panose="020B0604020202020204"/>
                <a:sym typeface="+mn-ea"/>
              </a:rPr>
              <a:t>17</a:t>
            </a:r>
            <a:r>
              <a:rPr sz="1800" b="1" spc="-25" dirty="0">
                <a:solidFill>
                  <a:srgbClr val="001F5F"/>
                </a:solidFill>
                <a:latin typeface="Arial" panose="020B0604020202020204"/>
                <a:cs typeface="Arial" panose="020B0604020202020204"/>
                <a:sym typeface="+mn-ea"/>
              </a:rPr>
              <a:t>)</a:t>
            </a:r>
            <a:endParaRPr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Cadence Design Systems </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Lead product Validation Engineer</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Noida</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2017 pass-out</a:t>
            </a:r>
            <a:endParaRPr lang="en-US" altLang="en-US" sz="1800" b="1" spc="50" dirty="0">
              <a:solidFill>
                <a:srgbClr val="001F5F"/>
              </a:solidFill>
              <a:latin typeface="Arial" panose="020B0604020202020204"/>
              <a:cs typeface="Arial" panose="020B0604020202020204"/>
            </a:endParaRPr>
          </a:p>
        </p:txBody>
      </p:sp>
      <p:pic>
        <p:nvPicPr>
          <p:cNvPr id="14" name="Picture 13"/>
          <p:cNvPicPr>
            <a:picLocks noChangeAspect="1"/>
          </p:cNvPicPr>
          <p:nvPr/>
        </p:nvPicPr>
        <p:blipFill>
          <a:blip r:embed="rId3"/>
          <a:stretch>
            <a:fillRect/>
          </a:stretch>
        </p:blipFill>
        <p:spPr>
          <a:xfrm>
            <a:off x="3733800" y="990600"/>
            <a:ext cx="2141220" cy="2785745"/>
          </a:xfrm>
          <a:prstGeom prst="rect">
            <a:avLst/>
          </a:prstGeom>
        </p:spPr>
      </p:pic>
      <p:pic>
        <p:nvPicPr>
          <p:cNvPr id="15" name="Picture 14"/>
          <p:cNvPicPr>
            <a:picLocks noChangeAspect="1"/>
          </p:cNvPicPr>
          <p:nvPr/>
        </p:nvPicPr>
        <p:blipFill>
          <a:blip r:embed="rId4"/>
          <a:stretch>
            <a:fillRect/>
          </a:stretch>
        </p:blipFill>
        <p:spPr>
          <a:xfrm>
            <a:off x="6414770" y="4343400"/>
            <a:ext cx="2378710" cy="24599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98298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12915" y="1318895"/>
            <a:ext cx="4432300" cy="2110105"/>
          </a:xfrm>
          <a:prstGeom prst="rect">
            <a:avLst/>
          </a:prstGeom>
        </p:spPr>
        <p:txBody>
          <a:bodyPr vert="horz" wrap="square" lIns="0" tIns="12700" rIns="0" bIns="0" rtlCol="0">
            <a:noAutofit/>
          </a:bodyPr>
          <a:lstStyle/>
          <a:p>
            <a:pPr marL="12700" marR="5080" indent="5080" algn="ctr">
              <a:lnSpc>
                <a:spcPct val="100000"/>
              </a:lnSpc>
              <a:spcBef>
                <a:spcPts val="100"/>
              </a:spcBef>
            </a:pPr>
            <a:r>
              <a:rPr sz="1800" b="1" spc="-85" dirty="0">
                <a:solidFill>
                  <a:srgbClr val="001F5F"/>
                </a:solidFill>
                <a:latin typeface="Arial" panose="020B0604020202020204"/>
                <a:cs typeface="Arial" panose="020B0604020202020204"/>
              </a:rPr>
              <a:t>Mr.</a:t>
            </a:r>
            <a:r>
              <a:rPr sz="1800" b="1" spc="-25" dirty="0">
                <a:solidFill>
                  <a:srgbClr val="001F5F"/>
                </a:solidFill>
                <a:latin typeface="Arial" panose="020B0604020202020204"/>
                <a:cs typeface="Arial" panose="020B0604020202020204"/>
              </a:rPr>
              <a:t> </a:t>
            </a:r>
            <a:r>
              <a:rPr lang="en-US" altLang="en-US" sz="1800" b="1" spc="-220" dirty="0">
                <a:solidFill>
                  <a:srgbClr val="001F5F"/>
                </a:solidFill>
                <a:latin typeface="Arial" panose="020B0604020202020204"/>
                <a:cs typeface="Arial" panose="020B0604020202020204"/>
              </a:rPr>
              <a:t>DHRUV SINGHAL</a:t>
            </a:r>
            <a:r>
              <a:rPr sz="1800" b="1" spc="-25" dirty="0">
                <a:solidFill>
                  <a:srgbClr val="001F5F"/>
                </a:solidFill>
                <a:latin typeface="Arial" panose="020B0604020202020204"/>
                <a:cs typeface="Arial" panose="020B0604020202020204"/>
              </a:rPr>
              <a:t>(BT/CSE/20</a:t>
            </a:r>
            <a:r>
              <a:rPr lang="en-US" altLang="en-US" sz="1800" b="1" spc="-25" dirty="0">
                <a:solidFill>
                  <a:srgbClr val="001F5F"/>
                </a:solidFill>
                <a:latin typeface="Arial" panose="020B0604020202020204"/>
                <a:cs typeface="Arial" panose="020B0604020202020204"/>
              </a:rPr>
              <a:t>25</a:t>
            </a:r>
            <a:r>
              <a:rPr sz="1800" b="1" spc="-25" dirty="0">
                <a:solidFill>
                  <a:srgbClr val="001F5F"/>
                </a:solidFill>
                <a:latin typeface="Arial" panose="020B0604020202020204"/>
                <a:cs typeface="Arial" panose="020B0604020202020204"/>
              </a:rPr>
              <a:t>)</a:t>
            </a:r>
            <a:r>
              <a:rPr sz="1800" b="1" spc="35" dirty="0">
                <a:solidFill>
                  <a:srgbClr val="001F5F"/>
                </a:solidFill>
                <a:latin typeface="Arial" panose="020B0604020202020204"/>
                <a:cs typeface="Arial" panose="020B0604020202020204"/>
              </a:rPr>
              <a:t> </a:t>
            </a:r>
            <a:endParaRPr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INTERNATIONAL CENTRE OF EXCELLENCE FOR DAMS , IIT ROORKEE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PROJECT ASSOCIATE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IIT ROORKEE, UTTARAKHAND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2025</a:t>
            </a:r>
            <a:endParaRPr lang="en-US" altLang="en-US" sz="1800" b="1" spc="35" dirty="0">
              <a:solidFill>
                <a:srgbClr val="001F5F"/>
              </a:solidFill>
              <a:latin typeface="Arial" panose="020B0604020202020204"/>
              <a:cs typeface="Arial" panose="020B0604020202020204"/>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948944" y="4125848"/>
            <a:ext cx="4421505" cy="1158875"/>
          </a:xfrm>
          <a:prstGeom prst="rect">
            <a:avLst/>
          </a:prstGeom>
        </p:spPr>
        <p:txBody>
          <a:bodyPr vert="horz" wrap="square" lIns="0" tIns="12700" rIns="0" bIns="0" rtlCol="0">
            <a:spAutoFit/>
          </a:bodyPr>
          <a:lstStyle/>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M</a:t>
            </a:r>
            <a:r>
              <a:rPr lang="en-US" altLang="en-US" sz="1800" b="1" spc="-85" dirty="0">
                <a:solidFill>
                  <a:srgbClr val="001F5F"/>
                </a:solidFill>
                <a:latin typeface="Arial" panose="020B0604020202020204"/>
                <a:cs typeface="Arial" panose="020B0604020202020204"/>
              </a:rPr>
              <a:t>R. VIPIN </a:t>
            </a:r>
            <a:r>
              <a:rPr sz="1800" b="1" spc="-25" dirty="0">
                <a:solidFill>
                  <a:srgbClr val="001F5F"/>
                </a:solidFill>
                <a:latin typeface="Arial" panose="020B0604020202020204"/>
                <a:cs typeface="Arial" panose="020B0604020202020204"/>
                <a:sym typeface="+mn-ea"/>
              </a:rPr>
              <a:t>(BT/</a:t>
            </a:r>
            <a:r>
              <a:rPr lang="en-US" altLang="en-US" sz="1800" b="1" spc="-25" dirty="0">
                <a:solidFill>
                  <a:srgbClr val="001F5F"/>
                </a:solidFill>
                <a:latin typeface="Arial" panose="020B0604020202020204"/>
                <a:cs typeface="Arial" panose="020B0604020202020204"/>
                <a:sym typeface="+mn-ea"/>
              </a:rPr>
              <a:t>IT</a:t>
            </a:r>
            <a:r>
              <a:rPr sz="1800" b="1" spc="-25" dirty="0">
                <a:solidFill>
                  <a:srgbClr val="001F5F"/>
                </a:solidFill>
                <a:latin typeface="Arial" panose="020B0604020202020204"/>
                <a:cs typeface="Arial" panose="020B0604020202020204"/>
                <a:sym typeface="+mn-ea"/>
              </a:rPr>
              <a:t>/20</a:t>
            </a:r>
            <a:r>
              <a:rPr lang="en-US" altLang="en-US" sz="1800" b="1" spc="-25" dirty="0">
                <a:solidFill>
                  <a:srgbClr val="001F5F"/>
                </a:solidFill>
                <a:latin typeface="Arial" panose="020B0604020202020204"/>
                <a:cs typeface="Arial" panose="020B0604020202020204"/>
                <a:sym typeface="+mn-ea"/>
              </a:rPr>
              <a:t>18</a:t>
            </a:r>
            <a:r>
              <a:rPr sz="1800" b="1" spc="-25" dirty="0">
                <a:solidFill>
                  <a:srgbClr val="001F5F"/>
                </a:solidFill>
                <a:latin typeface="Arial" panose="020B0604020202020204"/>
                <a:cs typeface="Arial" panose="020B0604020202020204"/>
                <a:sym typeface="+mn-ea"/>
              </a:rPr>
              <a:t>)</a:t>
            </a:r>
            <a:endParaRPr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Company:- Businessnext </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Designation :- Software Developer </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Location :- Noida Sector 62</a:t>
            </a:r>
            <a:endParaRPr lang="en-US" altLang="en-US" sz="1800" b="1" spc="50" dirty="0">
              <a:solidFill>
                <a:srgbClr val="001F5F"/>
              </a:solidFill>
              <a:latin typeface="Arial" panose="020B0604020202020204"/>
              <a:cs typeface="Arial" panose="020B0604020202020204"/>
            </a:endParaRPr>
          </a:p>
        </p:txBody>
      </p:sp>
      <p:pic>
        <p:nvPicPr>
          <p:cNvPr id="11" name="Picture 10"/>
          <p:cNvPicPr>
            <a:picLocks noChangeAspect="1"/>
          </p:cNvPicPr>
          <p:nvPr/>
        </p:nvPicPr>
        <p:blipFill>
          <a:blip r:embed="rId3"/>
          <a:stretch>
            <a:fillRect/>
          </a:stretch>
        </p:blipFill>
        <p:spPr>
          <a:xfrm>
            <a:off x="3429000" y="1097280"/>
            <a:ext cx="2383155" cy="2553335"/>
          </a:xfrm>
          <a:prstGeom prst="rect">
            <a:avLst/>
          </a:prstGeom>
        </p:spPr>
      </p:pic>
      <p:pic>
        <p:nvPicPr>
          <p:cNvPr id="12" name="Picture 11"/>
          <p:cNvPicPr>
            <a:picLocks noChangeAspect="1"/>
          </p:cNvPicPr>
          <p:nvPr/>
        </p:nvPicPr>
        <p:blipFill>
          <a:blip r:embed="rId4"/>
          <a:stretch>
            <a:fillRect/>
          </a:stretch>
        </p:blipFill>
        <p:spPr>
          <a:xfrm>
            <a:off x="6580505" y="4191000"/>
            <a:ext cx="2161540" cy="25107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98298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12915" y="1318895"/>
            <a:ext cx="4432300" cy="2110105"/>
          </a:xfrm>
          <a:prstGeom prst="rect">
            <a:avLst/>
          </a:prstGeom>
        </p:spPr>
        <p:txBody>
          <a:bodyPr vert="horz" wrap="square" lIns="0" tIns="12700" rIns="0" bIns="0" rtlCol="0">
            <a:noAutofit/>
          </a:bodyPr>
          <a:lstStyle/>
          <a:p>
            <a:pPr marL="12700" marR="5080" indent="5080" algn="ctr">
              <a:lnSpc>
                <a:spcPct val="100000"/>
              </a:lnSpc>
              <a:spcBef>
                <a:spcPts val="100"/>
              </a:spcBef>
            </a:pPr>
            <a:r>
              <a:rPr sz="1800" b="1" spc="-85" dirty="0">
                <a:solidFill>
                  <a:srgbClr val="001F5F"/>
                </a:solidFill>
                <a:latin typeface="Arial" panose="020B0604020202020204"/>
                <a:cs typeface="Arial" panose="020B0604020202020204"/>
              </a:rPr>
              <a:t>Mr.</a:t>
            </a:r>
            <a:r>
              <a:rPr sz="1800" b="1" spc="-25" dirty="0">
                <a:solidFill>
                  <a:srgbClr val="001F5F"/>
                </a:solidFill>
                <a:latin typeface="Arial" panose="020B0604020202020204"/>
                <a:cs typeface="Arial" panose="020B0604020202020204"/>
              </a:rPr>
              <a:t> </a:t>
            </a:r>
            <a:r>
              <a:rPr lang="en-US" altLang="en-US" sz="1800" b="1" spc="-220" dirty="0">
                <a:solidFill>
                  <a:srgbClr val="001F5F"/>
                </a:solidFill>
                <a:latin typeface="Arial" panose="020B0604020202020204"/>
                <a:cs typeface="Arial" panose="020B0604020202020204"/>
              </a:rPr>
              <a:t>ASHUTOSH  VATS    </a:t>
            </a:r>
            <a:r>
              <a:rPr sz="1800" b="1" spc="-25" dirty="0">
                <a:solidFill>
                  <a:srgbClr val="001F5F"/>
                </a:solidFill>
                <a:latin typeface="Arial" panose="020B0604020202020204"/>
                <a:cs typeface="Arial" panose="020B0604020202020204"/>
              </a:rPr>
              <a:t>(BT/CSE/20</a:t>
            </a:r>
            <a:r>
              <a:rPr lang="en-US" altLang="en-US" sz="1800" b="1" spc="-25" dirty="0">
                <a:solidFill>
                  <a:srgbClr val="001F5F"/>
                </a:solidFill>
                <a:latin typeface="Arial" panose="020B0604020202020204"/>
                <a:cs typeface="Arial" panose="020B0604020202020204"/>
              </a:rPr>
              <a:t>07</a:t>
            </a:r>
            <a:r>
              <a:rPr sz="1800" b="1" spc="-25" dirty="0">
                <a:solidFill>
                  <a:srgbClr val="001F5F"/>
                </a:solidFill>
                <a:latin typeface="Arial" panose="020B0604020202020204"/>
                <a:cs typeface="Arial" panose="020B0604020202020204"/>
              </a:rPr>
              <a:t>)</a:t>
            </a:r>
            <a:r>
              <a:rPr sz="1800" b="1" spc="35" dirty="0">
                <a:solidFill>
                  <a:srgbClr val="001F5F"/>
                </a:solidFill>
                <a:latin typeface="Arial" panose="020B0604020202020204"/>
                <a:cs typeface="Arial" panose="020B0604020202020204"/>
              </a:rPr>
              <a:t> </a:t>
            </a:r>
            <a:endParaRPr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 Company Name- Zimo technologies pvt LTD , Mohali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 Designation- Project Lead Engineer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 Location- Mohali Punjab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 Pass-out Year-2007</a:t>
            </a:r>
            <a:endParaRPr lang="en-US" altLang="en-US" sz="1800" b="1" spc="35" dirty="0">
              <a:solidFill>
                <a:srgbClr val="001F5F"/>
              </a:solidFill>
              <a:latin typeface="Arial" panose="020B0604020202020204"/>
              <a:cs typeface="Arial" panose="020B0604020202020204"/>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948944" y="4125848"/>
            <a:ext cx="4421505" cy="1738630"/>
          </a:xfrm>
          <a:prstGeom prst="rect">
            <a:avLst/>
          </a:prstGeom>
        </p:spPr>
        <p:txBody>
          <a:bodyPr vert="horz" wrap="square" lIns="0" tIns="12700" rIns="0" bIns="0" rtlCol="0">
            <a:spAutoFit/>
          </a:bodyPr>
          <a:lstStyle/>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MS. SHIVANGI GUPTA </a:t>
            </a:r>
            <a:r>
              <a:rPr sz="1800" b="1" spc="-25" dirty="0">
                <a:solidFill>
                  <a:srgbClr val="001F5F"/>
                </a:solidFill>
                <a:latin typeface="Arial" panose="020B0604020202020204"/>
                <a:cs typeface="Arial" panose="020B0604020202020204"/>
                <a:sym typeface="+mn-ea"/>
              </a:rPr>
              <a:t>(BT/</a:t>
            </a:r>
            <a:r>
              <a:rPr lang="en-US" altLang="en-US" sz="1800" b="1" spc="-25" dirty="0">
                <a:solidFill>
                  <a:srgbClr val="001F5F"/>
                </a:solidFill>
                <a:latin typeface="Arial" panose="020B0604020202020204"/>
                <a:cs typeface="Arial" panose="020B0604020202020204"/>
                <a:sym typeface="+mn-ea"/>
              </a:rPr>
              <a:t>CSE</a:t>
            </a:r>
            <a:r>
              <a:rPr sz="1800" b="1" spc="-25" dirty="0">
                <a:solidFill>
                  <a:srgbClr val="001F5F"/>
                </a:solidFill>
                <a:latin typeface="Arial" panose="020B0604020202020204"/>
                <a:cs typeface="Arial" panose="020B0604020202020204"/>
                <a:sym typeface="+mn-ea"/>
              </a:rPr>
              <a:t>/20</a:t>
            </a:r>
            <a:r>
              <a:rPr lang="en-US" altLang="en-US" sz="1800" b="1" spc="-25" dirty="0">
                <a:solidFill>
                  <a:srgbClr val="001F5F"/>
                </a:solidFill>
                <a:latin typeface="Arial" panose="020B0604020202020204"/>
                <a:cs typeface="Arial" panose="020B0604020202020204"/>
                <a:sym typeface="+mn-ea"/>
              </a:rPr>
              <a:t>17</a:t>
            </a:r>
            <a:r>
              <a:rPr sz="1800" b="1" spc="-25" dirty="0">
                <a:solidFill>
                  <a:srgbClr val="001F5F"/>
                </a:solidFill>
                <a:latin typeface="Arial" panose="020B0604020202020204"/>
                <a:cs typeface="Arial" panose="020B0604020202020204"/>
                <a:sym typeface="+mn-ea"/>
              </a:rPr>
              <a:t>)</a:t>
            </a:r>
            <a:endParaRPr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Company Name - Deloitte</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Designation - Consultant </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Location - Bangalore </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Pass-out Year - 2017</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endParaRPr lang="en-US" altLang="en-US" sz="1800" b="1" spc="50" dirty="0">
              <a:solidFill>
                <a:srgbClr val="001F5F"/>
              </a:solidFill>
              <a:latin typeface="Arial" panose="020B0604020202020204"/>
              <a:cs typeface="Arial" panose="020B0604020202020204"/>
            </a:endParaRPr>
          </a:p>
        </p:txBody>
      </p:sp>
      <p:pic>
        <p:nvPicPr>
          <p:cNvPr id="13" name="Picture 12"/>
          <p:cNvPicPr>
            <a:picLocks noChangeAspect="1"/>
          </p:cNvPicPr>
          <p:nvPr/>
        </p:nvPicPr>
        <p:blipFill>
          <a:blip r:embed="rId3"/>
          <a:stretch>
            <a:fillRect/>
          </a:stretch>
        </p:blipFill>
        <p:spPr>
          <a:xfrm>
            <a:off x="3581400" y="990600"/>
            <a:ext cx="2000250" cy="2667635"/>
          </a:xfrm>
          <a:prstGeom prst="rect">
            <a:avLst/>
          </a:prstGeom>
        </p:spPr>
      </p:pic>
      <p:pic>
        <p:nvPicPr>
          <p:cNvPr id="14" name="Picture 13"/>
          <p:cNvPicPr>
            <a:picLocks noChangeAspect="1"/>
          </p:cNvPicPr>
          <p:nvPr/>
        </p:nvPicPr>
        <p:blipFill>
          <a:blip r:embed="rId4"/>
          <a:stretch>
            <a:fillRect/>
          </a:stretch>
        </p:blipFill>
        <p:spPr>
          <a:xfrm>
            <a:off x="6667500" y="4190365"/>
            <a:ext cx="2000250" cy="26676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98298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12915" y="1318895"/>
            <a:ext cx="4432300" cy="2110105"/>
          </a:xfrm>
          <a:prstGeom prst="rect">
            <a:avLst/>
          </a:prstGeom>
        </p:spPr>
        <p:txBody>
          <a:bodyPr vert="horz" wrap="square" lIns="0" tIns="12700" rIns="0" bIns="0" rtlCol="0">
            <a:noAutofit/>
          </a:bodyPr>
          <a:lstStyle/>
          <a:p>
            <a:pPr marL="12700" marR="5080" indent="5080" algn="ctr">
              <a:lnSpc>
                <a:spcPct val="100000"/>
              </a:lnSpc>
              <a:spcBef>
                <a:spcPts val="100"/>
              </a:spcBef>
            </a:pPr>
            <a:r>
              <a:rPr sz="1800" b="1" spc="-85" dirty="0">
                <a:solidFill>
                  <a:srgbClr val="001F5F"/>
                </a:solidFill>
                <a:latin typeface="Arial" panose="020B0604020202020204"/>
                <a:cs typeface="Arial" panose="020B0604020202020204"/>
              </a:rPr>
              <a:t>Mr.</a:t>
            </a:r>
            <a:r>
              <a:rPr sz="1800" b="1" spc="-25" dirty="0">
                <a:solidFill>
                  <a:srgbClr val="001F5F"/>
                </a:solidFill>
                <a:latin typeface="Arial" panose="020B0604020202020204"/>
                <a:cs typeface="Arial" panose="020B0604020202020204"/>
              </a:rPr>
              <a:t> </a:t>
            </a:r>
            <a:r>
              <a:rPr lang="en-US" altLang="en-US" sz="1800" b="1" spc="-220" dirty="0">
                <a:solidFill>
                  <a:srgbClr val="001F5F"/>
                </a:solidFill>
                <a:latin typeface="Arial" panose="020B0604020202020204"/>
                <a:cs typeface="Arial" panose="020B0604020202020204"/>
              </a:rPr>
              <a:t>SANJEEV KUMAR </a:t>
            </a:r>
            <a:r>
              <a:rPr sz="1800" b="1" spc="-25" dirty="0">
                <a:solidFill>
                  <a:srgbClr val="001F5F"/>
                </a:solidFill>
                <a:latin typeface="Arial" panose="020B0604020202020204"/>
                <a:cs typeface="Arial" panose="020B0604020202020204"/>
              </a:rPr>
              <a:t>(BT/</a:t>
            </a:r>
            <a:r>
              <a:rPr lang="en-US" altLang="en-US" sz="1800" b="1" spc="-25" dirty="0">
                <a:solidFill>
                  <a:srgbClr val="001F5F"/>
                </a:solidFill>
                <a:latin typeface="Arial" panose="020B0604020202020204"/>
                <a:cs typeface="Arial" panose="020B0604020202020204"/>
              </a:rPr>
              <a:t>IT</a:t>
            </a:r>
            <a:r>
              <a:rPr sz="1800" b="1" spc="-25" dirty="0">
                <a:solidFill>
                  <a:srgbClr val="001F5F"/>
                </a:solidFill>
                <a:latin typeface="Arial" panose="020B0604020202020204"/>
                <a:cs typeface="Arial" panose="020B0604020202020204"/>
              </a:rPr>
              <a:t>/20</a:t>
            </a:r>
            <a:r>
              <a:rPr lang="en-US" altLang="en-US" sz="1800" b="1" spc="-25" dirty="0">
                <a:solidFill>
                  <a:srgbClr val="001F5F"/>
                </a:solidFill>
                <a:latin typeface="Arial" panose="020B0604020202020204"/>
                <a:cs typeface="Arial" panose="020B0604020202020204"/>
              </a:rPr>
              <a:t>04</a:t>
            </a:r>
            <a:r>
              <a:rPr sz="1800" b="1" spc="-25" dirty="0">
                <a:solidFill>
                  <a:srgbClr val="001F5F"/>
                </a:solidFill>
                <a:latin typeface="Arial" panose="020B0604020202020204"/>
                <a:cs typeface="Arial" panose="020B0604020202020204"/>
              </a:rPr>
              <a:t>)</a:t>
            </a:r>
            <a:r>
              <a:rPr sz="1800" b="1" spc="35" dirty="0">
                <a:solidFill>
                  <a:srgbClr val="001F5F"/>
                </a:solidFill>
                <a:latin typeface="Arial" panose="020B0604020202020204"/>
                <a:cs typeface="Arial" panose="020B0604020202020204"/>
              </a:rPr>
              <a:t> </a:t>
            </a:r>
            <a:endParaRPr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 * Company Name : Ericsson Global Ltd.</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 Designation : Technical Project Manager</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 Location : Gurgaon</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 Pass-out Year : 2004</a:t>
            </a:r>
            <a:endParaRPr lang="en-US" altLang="en-US" sz="1800" b="1" spc="35" dirty="0">
              <a:solidFill>
                <a:srgbClr val="001F5F"/>
              </a:solidFill>
              <a:latin typeface="Arial" panose="020B0604020202020204"/>
              <a:cs typeface="Arial" panose="020B0604020202020204"/>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948944" y="4125848"/>
            <a:ext cx="4421505" cy="1738630"/>
          </a:xfrm>
          <a:prstGeom prst="rect">
            <a:avLst/>
          </a:prstGeom>
        </p:spPr>
        <p:txBody>
          <a:bodyPr vert="horz" wrap="square" lIns="0" tIns="12700" rIns="0" bIns="0" rtlCol="0">
            <a:spAutoFit/>
          </a:bodyPr>
          <a:lstStyle/>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MR. TUSHAR </a:t>
            </a:r>
            <a:r>
              <a:rPr sz="1800" b="1" spc="-25" dirty="0">
                <a:solidFill>
                  <a:srgbClr val="001F5F"/>
                </a:solidFill>
                <a:latin typeface="Arial" panose="020B0604020202020204"/>
                <a:cs typeface="Arial" panose="020B0604020202020204"/>
                <a:sym typeface="+mn-ea"/>
              </a:rPr>
              <a:t>(BT/</a:t>
            </a:r>
            <a:r>
              <a:rPr lang="en-US" altLang="en-US" sz="1800" b="1" spc="-25" dirty="0">
                <a:solidFill>
                  <a:srgbClr val="001F5F"/>
                </a:solidFill>
                <a:latin typeface="Arial" panose="020B0604020202020204"/>
                <a:cs typeface="Arial" panose="020B0604020202020204"/>
                <a:sym typeface="+mn-ea"/>
              </a:rPr>
              <a:t>EC</a:t>
            </a:r>
            <a:r>
              <a:rPr sz="1800" b="1" spc="-25" dirty="0">
                <a:solidFill>
                  <a:srgbClr val="001F5F"/>
                </a:solidFill>
                <a:latin typeface="Arial" panose="020B0604020202020204"/>
                <a:cs typeface="Arial" panose="020B0604020202020204"/>
                <a:sym typeface="+mn-ea"/>
              </a:rPr>
              <a:t>/20</a:t>
            </a:r>
            <a:r>
              <a:rPr lang="en-US" altLang="en-US" sz="1800" b="1" spc="-25" dirty="0">
                <a:solidFill>
                  <a:srgbClr val="001F5F"/>
                </a:solidFill>
                <a:latin typeface="Arial" panose="020B0604020202020204"/>
                <a:cs typeface="Arial" panose="020B0604020202020204"/>
                <a:sym typeface="+mn-ea"/>
              </a:rPr>
              <a:t>23</a:t>
            </a:r>
            <a:r>
              <a:rPr sz="1800" b="1" spc="-25" dirty="0">
                <a:solidFill>
                  <a:srgbClr val="001F5F"/>
                </a:solidFill>
                <a:latin typeface="Arial" panose="020B0604020202020204"/>
                <a:cs typeface="Arial" panose="020B0604020202020204"/>
                <a:sym typeface="+mn-ea"/>
              </a:rPr>
              <a:t>)</a:t>
            </a:r>
            <a:endParaRPr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 Company Name - Easemytrip.com</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Designation - Devops engineer </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Location - Noida </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Pass-out Year - 2019- 2023</a:t>
            </a:r>
            <a:endParaRPr lang="en-US" altLang="en-US" sz="1800" b="1" spc="50" dirty="0">
              <a:solidFill>
                <a:srgbClr val="001F5F"/>
              </a:solidFill>
              <a:latin typeface="Arial" panose="020B0604020202020204"/>
              <a:cs typeface="Arial" panose="020B0604020202020204"/>
            </a:endParaRPr>
          </a:p>
        </p:txBody>
      </p:sp>
      <p:pic>
        <p:nvPicPr>
          <p:cNvPr id="11" name="Picture 10"/>
          <p:cNvPicPr>
            <a:picLocks noChangeAspect="1"/>
          </p:cNvPicPr>
          <p:nvPr/>
        </p:nvPicPr>
        <p:blipFill>
          <a:blip r:embed="rId3"/>
          <a:stretch>
            <a:fillRect/>
          </a:stretch>
        </p:blipFill>
        <p:spPr>
          <a:xfrm>
            <a:off x="3505200" y="838200"/>
            <a:ext cx="2209165" cy="2840990"/>
          </a:xfrm>
          <a:prstGeom prst="rect">
            <a:avLst/>
          </a:prstGeom>
        </p:spPr>
      </p:pic>
      <p:pic>
        <p:nvPicPr>
          <p:cNvPr id="12" name="Picture 11"/>
          <p:cNvPicPr>
            <a:picLocks noChangeAspect="1"/>
          </p:cNvPicPr>
          <p:nvPr/>
        </p:nvPicPr>
        <p:blipFill>
          <a:blip r:embed="rId4"/>
          <a:stretch>
            <a:fillRect/>
          </a:stretch>
        </p:blipFill>
        <p:spPr>
          <a:xfrm>
            <a:off x="6248400" y="4267200"/>
            <a:ext cx="2378710" cy="23787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98298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12915" y="1318895"/>
            <a:ext cx="4432300" cy="2110105"/>
          </a:xfrm>
          <a:prstGeom prst="rect">
            <a:avLst/>
          </a:prstGeom>
        </p:spPr>
        <p:txBody>
          <a:bodyPr vert="horz" wrap="square" lIns="0" tIns="12700" rIns="0" bIns="0" rtlCol="0">
            <a:noAutofit/>
          </a:bodyPr>
          <a:lstStyle/>
          <a:p>
            <a:pPr marL="12700" marR="5080" indent="5080" algn="ctr">
              <a:lnSpc>
                <a:spcPct val="100000"/>
              </a:lnSpc>
              <a:spcBef>
                <a:spcPts val="100"/>
              </a:spcBef>
            </a:pPr>
            <a:r>
              <a:rPr sz="1800" b="1" spc="-85" dirty="0">
                <a:solidFill>
                  <a:srgbClr val="001F5F"/>
                </a:solidFill>
                <a:latin typeface="Arial" panose="020B0604020202020204"/>
                <a:cs typeface="Arial" panose="020B0604020202020204"/>
              </a:rPr>
              <a:t>Mr.</a:t>
            </a:r>
            <a:r>
              <a:rPr sz="1800" b="1" spc="-25" dirty="0">
                <a:solidFill>
                  <a:srgbClr val="001F5F"/>
                </a:solidFill>
                <a:latin typeface="Arial" panose="020B0604020202020204"/>
                <a:cs typeface="Arial" panose="020B0604020202020204"/>
              </a:rPr>
              <a:t> </a:t>
            </a:r>
            <a:r>
              <a:rPr lang="en-US" altLang="en-US" sz="1800" b="1" spc="-220" dirty="0">
                <a:solidFill>
                  <a:srgbClr val="001F5F"/>
                </a:solidFill>
                <a:latin typeface="Arial" panose="020B0604020202020204"/>
                <a:cs typeface="Arial" panose="020B0604020202020204"/>
              </a:rPr>
              <a:t>RAHUL GOEL </a:t>
            </a:r>
            <a:r>
              <a:rPr sz="1800" b="1" spc="-25" dirty="0">
                <a:solidFill>
                  <a:srgbClr val="001F5F"/>
                </a:solidFill>
                <a:latin typeface="Arial" panose="020B0604020202020204"/>
                <a:cs typeface="Arial" panose="020B0604020202020204"/>
              </a:rPr>
              <a:t>(BT/</a:t>
            </a:r>
            <a:r>
              <a:rPr lang="en-US" altLang="en-US" sz="1800" b="1" spc="-25" dirty="0">
                <a:solidFill>
                  <a:srgbClr val="001F5F"/>
                </a:solidFill>
                <a:latin typeface="Arial" panose="020B0604020202020204"/>
                <a:cs typeface="Arial" panose="020B0604020202020204"/>
              </a:rPr>
              <a:t>EC/</a:t>
            </a:r>
            <a:r>
              <a:rPr sz="1800" b="1" spc="-25" dirty="0">
                <a:solidFill>
                  <a:srgbClr val="001F5F"/>
                </a:solidFill>
                <a:latin typeface="Arial" panose="020B0604020202020204"/>
                <a:cs typeface="Arial" panose="020B0604020202020204"/>
              </a:rPr>
              <a:t>20</a:t>
            </a:r>
            <a:r>
              <a:rPr lang="en-US" altLang="en-US" sz="1800" b="1" spc="-25" dirty="0">
                <a:solidFill>
                  <a:srgbClr val="001F5F"/>
                </a:solidFill>
                <a:latin typeface="Arial" panose="020B0604020202020204"/>
                <a:cs typeface="Arial" panose="020B0604020202020204"/>
              </a:rPr>
              <a:t>16</a:t>
            </a:r>
            <a:r>
              <a:rPr sz="1800" b="1" spc="-25" dirty="0">
                <a:solidFill>
                  <a:srgbClr val="001F5F"/>
                </a:solidFill>
                <a:latin typeface="Arial" panose="020B0604020202020204"/>
                <a:cs typeface="Arial" panose="020B0604020202020204"/>
              </a:rPr>
              <a:t>)</a:t>
            </a:r>
            <a:r>
              <a:rPr sz="1800" b="1" spc="35" dirty="0">
                <a:solidFill>
                  <a:srgbClr val="001F5F"/>
                </a:solidFill>
                <a:latin typeface="Arial" panose="020B0604020202020204"/>
                <a:cs typeface="Arial" panose="020B0604020202020204"/>
              </a:rPr>
              <a:t> </a:t>
            </a:r>
            <a:endParaRPr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Company Name: Ericsson Global</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Designation: Senior Network Engineer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Location: Noida</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Passout Year: 2016</a:t>
            </a:r>
            <a:endParaRPr lang="en-US" altLang="en-US" sz="1800" b="1" spc="35" dirty="0">
              <a:solidFill>
                <a:srgbClr val="001F5F"/>
              </a:solidFill>
              <a:latin typeface="Arial" panose="020B0604020202020204"/>
              <a:cs typeface="Arial" panose="020B0604020202020204"/>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948944" y="4125848"/>
            <a:ext cx="4421505" cy="1448435"/>
          </a:xfrm>
          <a:prstGeom prst="rect">
            <a:avLst/>
          </a:prstGeom>
        </p:spPr>
        <p:txBody>
          <a:bodyPr vert="horz" wrap="square" lIns="0" tIns="12700" rIns="0" bIns="0" rtlCol="0">
            <a:spAutoFit/>
          </a:bodyPr>
          <a:lstStyle/>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MR. PRASHANT </a:t>
            </a:r>
            <a:r>
              <a:rPr sz="1800" b="1" spc="-25" dirty="0">
                <a:solidFill>
                  <a:srgbClr val="001F5F"/>
                </a:solidFill>
                <a:latin typeface="Arial" panose="020B0604020202020204"/>
                <a:cs typeface="Arial" panose="020B0604020202020204"/>
                <a:sym typeface="+mn-ea"/>
              </a:rPr>
              <a:t>(BT/</a:t>
            </a:r>
            <a:r>
              <a:rPr lang="en-US" altLang="en-US" sz="1800" b="1" spc="-25" dirty="0">
                <a:solidFill>
                  <a:srgbClr val="001F5F"/>
                </a:solidFill>
                <a:latin typeface="Arial" panose="020B0604020202020204"/>
                <a:cs typeface="Arial" panose="020B0604020202020204"/>
                <a:sym typeface="+mn-ea"/>
              </a:rPr>
              <a:t>IT</a:t>
            </a:r>
            <a:r>
              <a:rPr sz="1800" b="1" spc="-25" dirty="0">
                <a:solidFill>
                  <a:srgbClr val="001F5F"/>
                </a:solidFill>
                <a:latin typeface="Arial" panose="020B0604020202020204"/>
                <a:cs typeface="Arial" panose="020B0604020202020204"/>
                <a:sym typeface="+mn-ea"/>
              </a:rPr>
              <a:t>/20</a:t>
            </a:r>
            <a:r>
              <a:rPr lang="en-US" altLang="en-US" sz="1800" b="1" spc="-25" dirty="0">
                <a:solidFill>
                  <a:srgbClr val="001F5F"/>
                </a:solidFill>
                <a:latin typeface="Arial" panose="020B0604020202020204"/>
                <a:cs typeface="Arial" panose="020B0604020202020204"/>
                <a:sym typeface="+mn-ea"/>
              </a:rPr>
              <a:t>20</a:t>
            </a:r>
            <a:r>
              <a:rPr sz="1800" b="1" spc="-25" dirty="0">
                <a:solidFill>
                  <a:srgbClr val="001F5F"/>
                </a:solidFill>
                <a:latin typeface="Arial" panose="020B0604020202020204"/>
                <a:cs typeface="Arial" panose="020B0604020202020204"/>
                <a:sym typeface="+mn-ea"/>
              </a:rPr>
              <a:t>)</a:t>
            </a:r>
            <a:endParaRPr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*Company Name: Par Technology </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Designation: Senior Data Engineer</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Location: Gurgaon</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Pass-out year: 2020</a:t>
            </a:r>
            <a:endParaRPr lang="en-US" altLang="en-US" sz="1800" b="1" spc="50" dirty="0">
              <a:solidFill>
                <a:srgbClr val="001F5F"/>
              </a:solidFill>
              <a:latin typeface="Arial" panose="020B0604020202020204"/>
              <a:cs typeface="Arial" panose="020B0604020202020204"/>
            </a:endParaRPr>
          </a:p>
        </p:txBody>
      </p:sp>
      <p:pic>
        <p:nvPicPr>
          <p:cNvPr id="13" name="Picture 12"/>
          <p:cNvPicPr>
            <a:picLocks noChangeAspect="1"/>
          </p:cNvPicPr>
          <p:nvPr/>
        </p:nvPicPr>
        <p:blipFill>
          <a:blip r:embed="rId3"/>
          <a:stretch>
            <a:fillRect/>
          </a:stretch>
        </p:blipFill>
        <p:spPr>
          <a:xfrm>
            <a:off x="3505200" y="1143000"/>
            <a:ext cx="2485390" cy="2485390"/>
          </a:xfrm>
          <a:prstGeom prst="rect">
            <a:avLst/>
          </a:prstGeom>
        </p:spPr>
      </p:pic>
      <p:pic>
        <p:nvPicPr>
          <p:cNvPr id="11" name="Picture 10"/>
          <p:cNvPicPr>
            <a:picLocks noChangeAspect="1"/>
          </p:cNvPicPr>
          <p:nvPr/>
        </p:nvPicPr>
        <p:blipFill>
          <a:blip r:embed="rId4"/>
          <a:stretch>
            <a:fillRect/>
          </a:stretch>
        </p:blipFill>
        <p:spPr>
          <a:xfrm>
            <a:off x="6019800" y="4191000"/>
            <a:ext cx="2000250" cy="2667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106680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12915" y="1318895"/>
            <a:ext cx="4432300" cy="2110105"/>
          </a:xfrm>
          <a:prstGeom prst="rect">
            <a:avLst/>
          </a:prstGeom>
        </p:spPr>
        <p:txBody>
          <a:bodyPr vert="horz" wrap="square" lIns="0" tIns="12700" rIns="0" bIns="0" rtlCol="0">
            <a:noAutofit/>
          </a:bodyPr>
          <a:lstStyle/>
          <a:p>
            <a:pPr marL="12700" marR="5080" indent="5080" algn="ctr">
              <a:lnSpc>
                <a:spcPct val="100000"/>
              </a:lnSpc>
              <a:spcBef>
                <a:spcPts val="100"/>
              </a:spcBef>
            </a:pPr>
            <a:r>
              <a:rPr sz="1800" b="1" spc="-85" dirty="0">
                <a:solidFill>
                  <a:srgbClr val="001F5F"/>
                </a:solidFill>
                <a:latin typeface="Arial" panose="020B0604020202020204"/>
                <a:cs typeface="Arial" panose="020B0604020202020204"/>
              </a:rPr>
              <a:t>Mr.</a:t>
            </a:r>
            <a:r>
              <a:rPr sz="1800" b="1" spc="-25" dirty="0">
                <a:solidFill>
                  <a:srgbClr val="001F5F"/>
                </a:solidFill>
                <a:latin typeface="Arial" panose="020B0604020202020204"/>
                <a:cs typeface="Arial" panose="020B0604020202020204"/>
              </a:rPr>
              <a:t> </a:t>
            </a:r>
            <a:r>
              <a:rPr lang="en-US" altLang="en-US" sz="1800" b="1" spc="-220" dirty="0">
                <a:solidFill>
                  <a:srgbClr val="001F5F"/>
                </a:solidFill>
                <a:latin typeface="Arial" panose="020B0604020202020204"/>
                <a:cs typeface="Arial" panose="020B0604020202020204"/>
              </a:rPr>
              <a:t>ANKUSH  RAJ TYAGI</a:t>
            </a:r>
            <a:r>
              <a:rPr lang="en-US" altLang="en-US" sz="1800" b="1" spc="-220" dirty="0">
                <a:solidFill>
                  <a:srgbClr val="001F5F"/>
                </a:solidFill>
                <a:latin typeface="Arial" panose="020B0604020202020204"/>
                <a:cs typeface="Arial" panose="020B0604020202020204"/>
              </a:rPr>
              <a:t> </a:t>
            </a:r>
            <a:r>
              <a:rPr sz="1800" b="1" spc="-25" dirty="0">
                <a:solidFill>
                  <a:srgbClr val="001F5F"/>
                </a:solidFill>
                <a:latin typeface="Arial" panose="020B0604020202020204"/>
                <a:cs typeface="Arial" panose="020B0604020202020204"/>
              </a:rPr>
              <a:t>(BT/</a:t>
            </a:r>
            <a:r>
              <a:rPr lang="en-US" altLang="en-US" sz="1800" b="1" spc="-25" dirty="0">
                <a:solidFill>
                  <a:srgbClr val="001F5F"/>
                </a:solidFill>
                <a:latin typeface="Arial" panose="020B0604020202020204"/>
                <a:cs typeface="Arial" panose="020B0604020202020204"/>
              </a:rPr>
              <a:t>EC/</a:t>
            </a:r>
            <a:r>
              <a:rPr sz="1800" b="1" spc="-25" dirty="0">
                <a:solidFill>
                  <a:srgbClr val="001F5F"/>
                </a:solidFill>
                <a:latin typeface="Arial" panose="020B0604020202020204"/>
                <a:cs typeface="Arial" panose="020B0604020202020204"/>
              </a:rPr>
              <a:t>20</a:t>
            </a:r>
            <a:r>
              <a:rPr lang="en-US" altLang="en-US" sz="1800" b="1" spc="-25" dirty="0">
                <a:solidFill>
                  <a:srgbClr val="001F5F"/>
                </a:solidFill>
                <a:latin typeface="Arial" panose="020B0604020202020204"/>
                <a:cs typeface="Arial" panose="020B0604020202020204"/>
              </a:rPr>
              <a:t>15</a:t>
            </a:r>
            <a:r>
              <a:rPr sz="1800" b="1" spc="-25" dirty="0">
                <a:solidFill>
                  <a:srgbClr val="001F5F"/>
                </a:solidFill>
                <a:latin typeface="Arial" panose="020B0604020202020204"/>
                <a:cs typeface="Arial" panose="020B0604020202020204"/>
              </a:rPr>
              <a:t>)</a:t>
            </a:r>
            <a:r>
              <a:rPr sz="1800" b="1" spc="35" dirty="0">
                <a:solidFill>
                  <a:srgbClr val="001F5F"/>
                </a:solidFill>
                <a:latin typeface="Arial" panose="020B0604020202020204"/>
                <a:cs typeface="Arial" panose="020B0604020202020204"/>
              </a:rPr>
              <a:t> </a:t>
            </a:r>
            <a:endParaRPr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Company Name: Zyra Living Design &amp; Implementation LLC</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Designation: Project Manager</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Location: Dubai, UAE</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Pass-out Year: 2015</a:t>
            </a:r>
            <a:endParaRPr lang="en-US" altLang="en-US" sz="1800" b="1" spc="35" dirty="0">
              <a:solidFill>
                <a:srgbClr val="001F5F"/>
              </a:solidFill>
              <a:latin typeface="Arial" panose="020B0604020202020204"/>
              <a:cs typeface="Arial" panose="020B0604020202020204"/>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948944" y="4125848"/>
            <a:ext cx="4421505" cy="1448435"/>
          </a:xfrm>
          <a:prstGeom prst="rect">
            <a:avLst/>
          </a:prstGeom>
        </p:spPr>
        <p:txBody>
          <a:bodyPr vert="horz" wrap="square" lIns="0" tIns="12700" rIns="0" bIns="0" rtlCol="0">
            <a:spAutoFit/>
          </a:bodyPr>
          <a:lstStyle/>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MS. PRIYANSHI </a:t>
            </a:r>
            <a:r>
              <a:rPr sz="1800" b="1" spc="-25" dirty="0">
                <a:solidFill>
                  <a:srgbClr val="001F5F"/>
                </a:solidFill>
                <a:latin typeface="Arial" panose="020B0604020202020204"/>
                <a:cs typeface="Arial" panose="020B0604020202020204"/>
                <a:sym typeface="+mn-ea"/>
              </a:rPr>
              <a:t>(BT/</a:t>
            </a:r>
            <a:r>
              <a:rPr lang="en-US" altLang="" sz="1800" b="1" spc="-25" dirty="0">
                <a:solidFill>
                  <a:srgbClr val="001F5F"/>
                </a:solidFill>
                <a:latin typeface="Arial" panose="020B0604020202020204"/>
                <a:cs typeface="Arial" panose="020B0604020202020204"/>
                <a:sym typeface="+mn-ea"/>
              </a:rPr>
              <a:t>CS</a:t>
            </a:r>
            <a:r>
              <a:rPr sz="1800" b="1" spc="-25" dirty="0">
                <a:solidFill>
                  <a:srgbClr val="001F5F"/>
                </a:solidFill>
                <a:latin typeface="Arial" panose="020B0604020202020204"/>
                <a:cs typeface="Arial" panose="020B0604020202020204"/>
                <a:sym typeface="+mn-ea"/>
              </a:rPr>
              <a:t>/20</a:t>
            </a:r>
            <a:r>
              <a:rPr lang="en-US" altLang="en-US" sz="1800" b="1" spc="-25" dirty="0">
                <a:solidFill>
                  <a:srgbClr val="001F5F"/>
                </a:solidFill>
                <a:latin typeface="Arial" panose="020B0604020202020204"/>
                <a:cs typeface="Arial" panose="020B0604020202020204"/>
                <a:sym typeface="+mn-ea"/>
              </a:rPr>
              <a:t>21</a:t>
            </a:r>
            <a:r>
              <a:rPr sz="1800" b="1" spc="-25" dirty="0">
                <a:solidFill>
                  <a:srgbClr val="001F5F"/>
                </a:solidFill>
                <a:latin typeface="Arial" panose="020B0604020202020204"/>
                <a:cs typeface="Arial" panose="020B0604020202020204"/>
                <a:sym typeface="+mn-ea"/>
              </a:rPr>
              <a:t>)</a:t>
            </a:r>
            <a:endParaRPr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*Company Name: Par Technology </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Designation: Software Engineer II</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Location: Gurgaon</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Pass-out year: 2021</a:t>
            </a:r>
            <a:endParaRPr lang="en-US" altLang="en-US" sz="1800" b="1" spc="50" dirty="0">
              <a:solidFill>
                <a:srgbClr val="001F5F"/>
              </a:solidFill>
              <a:latin typeface="Arial" panose="020B0604020202020204"/>
              <a:cs typeface="Arial" panose="020B0604020202020204"/>
            </a:endParaRPr>
          </a:p>
        </p:txBody>
      </p:sp>
      <p:pic>
        <p:nvPicPr>
          <p:cNvPr id="11" name="Picture 10"/>
          <p:cNvPicPr>
            <a:picLocks noChangeAspect="1"/>
          </p:cNvPicPr>
          <p:nvPr/>
        </p:nvPicPr>
        <p:blipFill>
          <a:blip r:embed="rId3"/>
          <a:stretch>
            <a:fillRect/>
          </a:stretch>
        </p:blipFill>
        <p:spPr>
          <a:xfrm>
            <a:off x="5859145" y="4182745"/>
            <a:ext cx="2543175" cy="2543175"/>
          </a:xfrm>
          <a:prstGeom prst="rect">
            <a:avLst/>
          </a:prstGeom>
        </p:spPr>
      </p:pic>
      <p:pic>
        <p:nvPicPr>
          <p:cNvPr id="14" name="Picture 13"/>
          <p:cNvPicPr>
            <a:picLocks noChangeAspect="1"/>
          </p:cNvPicPr>
          <p:nvPr/>
        </p:nvPicPr>
        <p:blipFill>
          <a:blip r:embed="rId4"/>
          <a:stretch>
            <a:fillRect/>
          </a:stretch>
        </p:blipFill>
        <p:spPr>
          <a:xfrm>
            <a:off x="3733800" y="990600"/>
            <a:ext cx="2375535" cy="270573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106680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12915" y="1318895"/>
            <a:ext cx="4432300" cy="2110105"/>
          </a:xfrm>
          <a:prstGeom prst="rect">
            <a:avLst/>
          </a:prstGeom>
        </p:spPr>
        <p:txBody>
          <a:bodyPr vert="horz" wrap="square" lIns="0" tIns="12700" rIns="0" bIns="0" rtlCol="0">
            <a:noAutofit/>
          </a:bodyPr>
          <a:lstStyle/>
          <a:p>
            <a:pPr marL="12700" marR="5080" indent="5080" algn="ctr">
              <a:lnSpc>
                <a:spcPct val="100000"/>
              </a:lnSpc>
              <a:spcBef>
                <a:spcPts val="100"/>
              </a:spcBef>
            </a:pPr>
            <a:r>
              <a:rPr sz="1800" b="1" spc="-85" dirty="0">
                <a:solidFill>
                  <a:srgbClr val="001F5F"/>
                </a:solidFill>
                <a:latin typeface="Arial" panose="020B0604020202020204"/>
                <a:cs typeface="Arial" panose="020B0604020202020204"/>
              </a:rPr>
              <a:t>Mr.</a:t>
            </a:r>
            <a:r>
              <a:rPr sz="1800" b="1" spc="-25" dirty="0">
                <a:solidFill>
                  <a:srgbClr val="001F5F"/>
                </a:solidFill>
                <a:latin typeface="Arial" panose="020B0604020202020204"/>
                <a:cs typeface="Arial" panose="020B0604020202020204"/>
              </a:rPr>
              <a:t> </a:t>
            </a:r>
            <a:r>
              <a:rPr lang="en-US" altLang="en-US" sz="1800" b="1" spc="-220" dirty="0">
                <a:solidFill>
                  <a:srgbClr val="001F5F"/>
                </a:solidFill>
                <a:latin typeface="Arial" panose="020B0604020202020204"/>
                <a:cs typeface="Arial" panose="020B0604020202020204"/>
              </a:rPr>
              <a:t>ASHUTOSH VATS </a:t>
            </a:r>
            <a:r>
              <a:rPr sz="1800" b="1" spc="-25" dirty="0">
                <a:solidFill>
                  <a:srgbClr val="001F5F"/>
                </a:solidFill>
                <a:latin typeface="Arial" panose="020B0604020202020204"/>
                <a:cs typeface="Arial" panose="020B0604020202020204"/>
              </a:rPr>
              <a:t>(BT/</a:t>
            </a:r>
            <a:r>
              <a:rPr lang="en-US" altLang="en-US" sz="1800" b="1" spc="-25" dirty="0">
                <a:solidFill>
                  <a:srgbClr val="001F5F"/>
                </a:solidFill>
                <a:latin typeface="Arial" panose="020B0604020202020204"/>
                <a:cs typeface="Arial" panose="020B0604020202020204"/>
              </a:rPr>
              <a:t>EC/</a:t>
            </a:r>
            <a:r>
              <a:rPr sz="1800" b="1" spc="-25" dirty="0">
                <a:solidFill>
                  <a:srgbClr val="001F5F"/>
                </a:solidFill>
                <a:latin typeface="Arial" panose="020B0604020202020204"/>
                <a:cs typeface="Arial" panose="020B0604020202020204"/>
              </a:rPr>
              <a:t>20</a:t>
            </a:r>
            <a:r>
              <a:rPr lang="en-US" altLang="" sz="1800" b="1" spc="-25" dirty="0">
                <a:solidFill>
                  <a:srgbClr val="001F5F"/>
                </a:solidFill>
                <a:latin typeface="Arial" panose="020B0604020202020204"/>
                <a:cs typeface="Arial" panose="020B0604020202020204"/>
              </a:rPr>
              <a:t>07</a:t>
            </a:r>
            <a:r>
              <a:rPr sz="1800" b="1" spc="-25" dirty="0">
                <a:solidFill>
                  <a:srgbClr val="001F5F"/>
                </a:solidFill>
                <a:latin typeface="Arial" panose="020B0604020202020204"/>
                <a:cs typeface="Arial" panose="020B0604020202020204"/>
              </a:rPr>
              <a:t>)</a:t>
            </a:r>
            <a:r>
              <a:rPr sz="1800" b="1" spc="35" dirty="0">
                <a:solidFill>
                  <a:srgbClr val="001F5F"/>
                </a:solidFill>
                <a:latin typeface="Arial" panose="020B0604020202020204"/>
                <a:cs typeface="Arial" panose="020B0604020202020204"/>
              </a:rPr>
              <a:t> </a:t>
            </a:r>
            <a:endParaRPr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Name--&gt; Ashutosh Vats</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Company Name--&gt; Ericsson Global India Pvt. Ltd.</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Designation--&gt; Senior Engineer</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Location--&gt;  Noida, U.P</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Pass-out Year--&gt; 2007</a:t>
            </a:r>
            <a:endParaRPr lang="en-US" altLang="en-US" sz="1800" b="1" spc="35" dirty="0">
              <a:solidFill>
                <a:srgbClr val="001F5F"/>
              </a:solidFill>
              <a:latin typeface="Arial" panose="020B0604020202020204"/>
              <a:cs typeface="Arial" panose="020B0604020202020204"/>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948944" y="4125848"/>
            <a:ext cx="4421505" cy="1448435"/>
          </a:xfrm>
          <a:prstGeom prst="rect">
            <a:avLst/>
          </a:prstGeom>
        </p:spPr>
        <p:txBody>
          <a:bodyPr vert="horz" wrap="square" lIns="0" tIns="12700" rIns="0" bIns="0" rtlCol="0">
            <a:spAutoFit/>
          </a:bodyPr>
          <a:lstStyle/>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MR. ANIKET TYAGI </a:t>
            </a:r>
            <a:r>
              <a:rPr sz="1800" b="1" spc="-25" dirty="0">
                <a:solidFill>
                  <a:srgbClr val="001F5F"/>
                </a:solidFill>
                <a:latin typeface="Arial" panose="020B0604020202020204"/>
                <a:cs typeface="Arial" panose="020B0604020202020204"/>
                <a:sym typeface="+mn-ea"/>
              </a:rPr>
              <a:t>(BT/</a:t>
            </a:r>
            <a:r>
              <a:rPr lang="en-US" altLang="en-US" sz="1800" b="1" spc="-25" dirty="0">
                <a:solidFill>
                  <a:srgbClr val="001F5F"/>
                </a:solidFill>
                <a:latin typeface="Arial" panose="020B0604020202020204"/>
                <a:cs typeface="Arial" panose="020B0604020202020204"/>
                <a:sym typeface="+mn-ea"/>
              </a:rPr>
              <a:t>CS</a:t>
            </a:r>
            <a:r>
              <a:rPr sz="1800" b="1" spc="-25" dirty="0">
                <a:solidFill>
                  <a:srgbClr val="001F5F"/>
                </a:solidFill>
                <a:latin typeface="Arial" panose="020B0604020202020204"/>
                <a:cs typeface="Arial" panose="020B0604020202020204"/>
                <a:sym typeface="+mn-ea"/>
              </a:rPr>
              <a:t>/20</a:t>
            </a:r>
            <a:r>
              <a:rPr lang="en-US" altLang="en-US" sz="1800" b="1" spc="-25" dirty="0">
                <a:solidFill>
                  <a:srgbClr val="001F5F"/>
                </a:solidFill>
                <a:latin typeface="Arial" panose="020B0604020202020204"/>
                <a:cs typeface="Arial" panose="020B0604020202020204"/>
                <a:sym typeface="+mn-ea"/>
              </a:rPr>
              <a:t>21</a:t>
            </a:r>
            <a:r>
              <a:rPr sz="1800" b="1" spc="-25" dirty="0">
                <a:solidFill>
                  <a:srgbClr val="001F5F"/>
                </a:solidFill>
                <a:latin typeface="Arial" panose="020B0604020202020204"/>
                <a:cs typeface="Arial" panose="020B0604020202020204"/>
                <a:sym typeface="+mn-ea"/>
              </a:rPr>
              <a:t>)</a:t>
            </a:r>
            <a:endParaRPr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*Company Name: Sopra Steria</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Designation: </a:t>
            </a:r>
            <a:r>
              <a:rPr lang="en-US" altLang="en-US" sz="1800" b="1" spc="50" dirty="0">
                <a:solidFill>
                  <a:srgbClr val="001F5F"/>
                </a:solidFill>
                <a:latin typeface="Arial" panose="020B0604020202020204"/>
                <a:cs typeface="Arial" panose="020B0604020202020204"/>
                <a:sym typeface="+mn-ea"/>
              </a:rPr>
              <a:t>Module Lead</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Location: </a:t>
            </a:r>
            <a:r>
              <a:rPr lang="en-US" altLang="en-US" sz="1800" b="1" spc="50" dirty="0">
                <a:solidFill>
                  <a:srgbClr val="001F5F"/>
                </a:solidFill>
                <a:latin typeface="Arial" panose="020B0604020202020204"/>
                <a:cs typeface="Arial" panose="020B0604020202020204"/>
                <a:sym typeface="+mn-ea"/>
              </a:rPr>
              <a:t>Noida</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Pass-out year: 2021</a:t>
            </a:r>
            <a:endParaRPr lang="en-US" altLang="en-US" sz="1800" b="1" spc="50" dirty="0">
              <a:solidFill>
                <a:srgbClr val="001F5F"/>
              </a:solidFill>
              <a:latin typeface="Arial" panose="020B0604020202020204"/>
              <a:cs typeface="Arial" panose="020B0604020202020204"/>
            </a:endParaRPr>
          </a:p>
        </p:txBody>
      </p:sp>
      <p:pic>
        <p:nvPicPr>
          <p:cNvPr id="12" name="Picture 11"/>
          <p:cNvPicPr>
            <a:picLocks noChangeAspect="1"/>
          </p:cNvPicPr>
          <p:nvPr/>
        </p:nvPicPr>
        <p:blipFill>
          <a:blip r:embed="rId3"/>
          <a:stretch>
            <a:fillRect/>
          </a:stretch>
        </p:blipFill>
        <p:spPr>
          <a:xfrm>
            <a:off x="3886200" y="990600"/>
            <a:ext cx="2290445" cy="2863215"/>
          </a:xfrm>
          <a:prstGeom prst="rect">
            <a:avLst/>
          </a:prstGeom>
        </p:spPr>
      </p:pic>
      <p:pic>
        <p:nvPicPr>
          <p:cNvPr id="13" name="Picture 12"/>
          <p:cNvPicPr>
            <a:picLocks noChangeAspect="1"/>
          </p:cNvPicPr>
          <p:nvPr/>
        </p:nvPicPr>
        <p:blipFill>
          <a:blip r:embed="rId4"/>
          <a:stretch>
            <a:fillRect/>
          </a:stretch>
        </p:blipFill>
        <p:spPr>
          <a:xfrm>
            <a:off x="6096000" y="4343400"/>
            <a:ext cx="1980565" cy="23952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106680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12915" y="1318895"/>
            <a:ext cx="4764405" cy="2110105"/>
          </a:xfrm>
          <a:prstGeom prst="rect">
            <a:avLst/>
          </a:prstGeom>
        </p:spPr>
        <p:txBody>
          <a:bodyPr vert="horz" wrap="square" lIns="0" tIns="12700" rIns="0" bIns="0" rtlCol="0">
            <a:noAutofit/>
          </a:bodyPr>
          <a:lstStyle/>
          <a:p>
            <a:pPr marL="12700" marR="5080" indent="5080" algn="ctr">
              <a:lnSpc>
                <a:spcPct val="100000"/>
              </a:lnSpc>
              <a:spcBef>
                <a:spcPts val="100"/>
              </a:spcBef>
            </a:pPr>
            <a:r>
              <a:rPr sz="1800" b="1" spc="-85" dirty="0">
                <a:solidFill>
                  <a:srgbClr val="001F5F"/>
                </a:solidFill>
                <a:latin typeface="Arial" panose="020B0604020202020204"/>
                <a:cs typeface="Arial" panose="020B0604020202020204"/>
              </a:rPr>
              <a:t>M</a:t>
            </a:r>
            <a:r>
              <a:rPr lang="en-US" altLang="" sz="1800" b="1" spc="-85" dirty="0">
                <a:solidFill>
                  <a:srgbClr val="001F5F"/>
                </a:solidFill>
                <a:latin typeface="Arial" panose="020B0604020202020204"/>
                <a:cs typeface="Arial" panose="020B0604020202020204"/>
              </a:rPr>
              <a:t>S</a:t>
            </a:r>
            <a:r>
              <a:rPr sz="1800" b="1" spc="-85" dirty="0">
                <a:solidFill>
                  <a:srgbClr val="001F5F"/>
                </a:solidFill>
                <a:latin typeface="Arial" panose="020B0604020202020204"/>
                <a:cs typeface="Arial" panose="020B0604020202020204"/>
              </a:rPr>
              <a:t>.</a:t>
            </a:r>
            <a:r>
              <a:rPr sz="1800" b="1" spc="-25" dirty="0">
                <a:solidFill>
                  <a:srgbClr val="001F5F"/>
                </a:solidFill>
                <a:latin typeface="Arial" panose="020B0604020202020204"/>
                <a:cs typeface="Arial" panose="020B0604020202020204"/>
              </a:rPr>
              <a:t> </a:t>
            </a:r>
            <a:r>
              <a:rPr lang="en-US" altLang="en-US" sz="1800" b="1" spc="35" dirty="0">
                <a:solidFill>
                  <a:srgbClr val="001F5F"/>
                </a:solidFill>
                <a:latin typeface="Arial" panose="020B0604020202020204"/>
                <a:cs typeface="Arial" panose="020B0604020202020204"/>
                <a:sym typeface="+mn-ea"/>
              </a:rPr>
              <a:t>Priya Gupta(</a:t>
            </a:r>
            <a:r>
              <a:rPr sz="1800" b="1" spc="-25" dirty="0">
                <a:solidFill>
                  <a:srgbClr val="001F5F"/>
                </a:solidFill>
                <a:latin typeface="Arial" panose="020B0604020202020204"/>
                <a:cs typeface="Arial" panose="020B0604020202020204"/>
              </a:rPr>
              <a:t>BT/</a:t>
            </a:r>
            <a:r>
              <a:rPr lang="en-US" altLang="" sz="1800" b="1" spc="-25" dirty="0">
                <a:solidFill>
                  <a:srgbClr val="001F5F"/>
                </a:solidFill>
                <a:latin typeface="Arial" panose="020B0604020202020204"/>
                <a:cs typeface="Arial" panose="020B0604020202020204"/>
              </a:rPr>
              <a:t>CS</a:t>
            </a:r>
            <a:r>
              <a:rPr lang="en-US" altLang="en-US" sz="1800" b="1" spc="-25" dirty="0">
                <a:solidFill>
                  <a:srgbClr val="001F5F"/>
                </a:solidFill>
                <a:latin typeface="Arial" panose="020B0604020202020204"/>
                <a:cs typeface="Arial" panose="020B0604020202020204"/>
              </a:rPr>
              <a:t>/</a:t>
            </a:r>
            <a:r>
              <a:rPr sz="1800" b="1" spc="-25" dirty="0">
                <a:solidFill>
                  <a:srgbClr val="001F5F"/>
                </a:solidFill>
                <a:latin typeface="Arial" panose="020B0604020202020204"/>
                <a:cs typeface="Arial" panose="020B0604020202020204"/>
              </a:rPr>
              <a:t>20</a:t>
            </a:r>
            <a:r>
              <a:rPr lang="en-US" altLang="" sz="1800" b="1" spc="-25" dirty="0">
                <a:solidFill>
                  <a:srgbClr val="001F5F"/>
                </a:solidFill>
                <a:latin typeface="Arial" panose="020B0604020202020204"/>
                <a:cs typeface="Arial" panose="020B0604020202020204"/>
              </a:rPr>
              <a:t>26</a:t>
            </a:r>
            <a:r>
              <a:rPr sz="1800" b="1" spc="-25" dirty="0">
                <a:solidFill>
                  <a:srgbClr val="001F5F"/>
                </a:solidFill>
                <a:latin typeface="Arial" panose="020B0604020202020204"/>
                <a:cs typeface="Arial" panose="020B0604020202020204"/>
              </a:rPr>
              <a:t>)</a:t>
            </a:r>
            <a:r>
              <a:rPr sz="1800" b="1" spc="35" dirty="0">
                <a:solidFill>
                  <a:srgbClr val="001F5F"/>
                </a:solidFill>
                <a:latin typeface="Arial" panose="020B0604020202020204"/>
                <a:cs typeface="Arial" panose="020B0604020202020204"/>
              </a:rPr>
              <a:t> </a:t>
            </a:r>
            <a:endParaRPr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Company Name--&gt; TCS</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Designation--&gt; </a:t>
            </a:r>
            <a:r>
              <a:rPr lang="en-US" altLang="en-US" sz="1800" b="1" spc="35" dirty="0">
                <a:solidFill>
                  <a:srgbClr val="001F5F"/>
                </a:solidFill>
                <a:latin typeface="Arial" panose="020B0604020202020204"/>
                <a:cs typeface="Arial" panose="020B0604020202020204"/>
                <a:sym typeface="+mn-ea"/>
              </a:rPr>
              <a:t>Systems Engineer</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Location--&gt;  Noida, U.P</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Pass-out Year--&gt; 2026</a:t>
            </a:r>
            <a:endParaRPr lang="en-US" altLang="en-US" sz="1800" b="1" spc="35" dirty="0">
              <a:solidFill>
                <a:srgbClr val="001F5F"/>
              </a:solidFill>
              <a:latin typeface="Arial" panose="020B0604020202020204"/>
              <a:cs typeface="Arial" panose="020B0604020202020204"/>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948944" y="4125848"/>
            <a:ext cx="4421505" cy="1725930"/>
          </a:xfrm>
          <a:prstGeom prst="rect">
            <a:avLst/>
          </a:prstGeom>
        </p:spPr>
        <p:txBody>
          <a:bodyPr vert="horz" wrap="square" lIns="0" tIns="12700" rIns="0" bIns="0" rtlCol="0">
            <a:spAutoFit/>
          </a:bodyPr>
          <a:lstStyle/>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MR. PRATEEK SARASWAT </a:t>
            </a:r>
            <a:r>
              <a:rPr sz="1800" b="1" spc="-25" dirty="0">
                <a:solidFill>
                  <a:srgbClr val="001F5F"/>
                </a:solidFill>
                <a:latin typeface="Arial" panose="020B0604020202020204"/>
                <a:cs typeface="Arial" panose="020B0604020202020204"/>
                <a:sym typeface="+mn-ea"/>
              </a:rPr>
              <a:t>(BT/</a:t>
            </a:r>
            <a:r>
              <a:rPr lang="en-US" altLang="en-US" sz="1800" b="1" spc="-25" dirty="0">
                <a:solidFill>
                  <a:srgbClr val="001F5F"/>
                </a:solidFill>
                <a:latin typeface="Arial" panose="020B0604020202020204"/>
                <a:cs typeface="Arial" panose="020B0604020202020204"/>
                <a:sym typeface="+mn-ea"/>
              </a:rPr>
              <a:t>CS</a:t>
            </a:r>
            <a:r>
              <a:rPr sz="1800" b="1" spc="-25" dirty="0">
                <a:solidFill>
                  <a:srgbClr val="001F5F"/>
                </a:solidFill>
                <a:latin typeface="Arial" panose="020B0604020202020204"/>
                <a:cs typeface="Arial" panose="020B0604020202020204"/>
                <a:sym typeface="+mn-ea"/>
              </a:rPr>
              <a:t>/20</a:t>
            </a:r>
            <a:r>
              <a:rPr lang="en-US" altLang="en-US" sz="1800" b="1" spc="-25" dirty="0">
                <a:solidFill>
                  <a:srgbClr val="001F5F"/>
                </a:solidFill>
                <a:latin typeface="Arial" panose="020B0604020202020204"/>
                <a:cs typeface="Arial" panose="020B0604020202020204"/>
                <a:sym typeface="+mn-ea"/>
              </a:rPr>
              <a:t>24</a:t>
            </a:r>
            <a:r>
              <a:rPr sz="1800" b="1" spc="-25" dirty="0">
                <a:solidFill>
                  <a:srgbClr val="001F5F"/>
                </a:solidFill>
                <a:latin typeface="Arial" panose="020B0604020202020204"/>
                <a:cs typeface="Arial" panose="020B0604020202020204"/>
                <a:sym typeface="+mn-ea"/>
              </a:rPr>
              <a:t>)</a:t>
            </a:r>
            <a:endParaRPr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Company Name : Media Mantra Global</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Designation : Analytics Manager</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Location : Gurugram</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Pass-out Year : 2024</a:t>
            </a:r>
            <a:endParaRPr lang="en-US" altLang="en-US" sz="1800" b="1" spc="50" dirty="0">
              <a:solidFill>
                <a:srgbClr val="001F5F"/>
              </a:solidFill>
              <a:latin typeface="Arial" panose="020B0604020202020204"/>
              <a:cs typeface="Arial" panose="020B0604020202020204"/>
            </a:endParaRPr>
          </a:p>
        </p:txBody>
      </p:sp>
      <p:pic>
        <p:nvPicPr>
          <p:cNvPr id="14" name="Picture 13"/>
          <p:cNvPicPr>
            <a:picLocks noChangeAspect="1"/>
          </p:cNvPicPr>
          <p:nvPr/>
        </p:nvPicPr>
        <p:blipFill>
          <a:blip r:embed="rId3"/>
          <a:stretch>
            <a:fillRect/>
          </a:stretch>
        </p:blipFill>
        <p:spPr>
          <a:xfrm>
            <a:off x="3733800" y="1185545"/>
            <a:ext cx="2714625" cy="2553970"/>
          </a:xfrm>
          <a:prstGeom prst="rect">
            <a:avLst/>
          </a:prstGeom>
        </p:spPr>
      </p:pic>
      <p:pic>
        <p:nvPicPr>
          <p:cNvPr id="15" name="Picture 14"/>
          <p:cNvPicPr>
            <a:picLocks noChangeAspect="1"/>
          </p:cNvPicPr>
          <p:nvPr/>
        </p:nvPicPr>
        <p:blipFill>
          <a:blip r:embed="rId4"/>
          <a:stretch>
            <a:fillRect/>
          </a:stretch>
        </p:blipFill>
        <p:spPr>
          <a:xfrm>
            <a:off x="6096000" y="4058285"/>
            <a:ext cx="2893695" cy="289369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106680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12915" y="1318895"/>
            <a:ext cx="4764405" cy="2110105"/>
          </a:xfrm>
          <a:prstGeom prst="rect">
            <a:avLst/>
          </a:prstGeom>
        </p:spPr>
        <p:txBody>
          <a:bodyPr vert="horz" wrap="square" lIns="0" tIns="12700" rIns="0" bIns="0" rtlCol="0">
            <a:noAutofit/>
          </a:bodyPr>
          <a:lstStyle/>
          <a:p>
            <a:pPr marL="12700" marR="5080" indent="5080" algn="ctr">
              <a:lnSpc>
                <a:spcPct val="100000"/>
              </a:lnSpc>
              <a:spcBef>
                <a:spcPts val="100"/>
              </a:spcBef>
            </a:pPr>
            <a:r>
              <a:rPr sz="1800" b="1" spc="-85" dirty="0">
                <a:solidFill>
                  <a:srgbClr val="001F5F"/>
                </a:solidFill>
                <a:latin typeface="Arial" panose="020B0604020202020204"/>
                <a:cs typeface="Arial" panose="020B0604020202020204"/>
              </a:rPr>
              <a:t>M</a:t>
            </a:r>
            <a:r>
              <a:rPr lang="en-US" altLang="en-US" sz="1800" b="1" spc="-85" dirty="0">
                <a:solidFill>
                  <a:srgbClr val="001F5F"/>
                </a:solidFill>
                <a:latin typeface="Arial" panose="020B0604020202020204"/>
                <a:cs typeface="Arial" panose="020B0604020202020204"/>
              </a:rPr>
              <a:t>S</a:t>
            </a:r>
            <a:r>
              <a:rPr sz="1800" b="1" spc="-85" dirty="0">
                <a:solidFill>
                  <a:srgbClr val="001F5F"/>
                </a:solidFill>
                <a:latin typeface="Arial" panose="020B0604020202020204"/>
                <a:cs typeface="Arial" panose="020B0604020202020204"/>
              </a:rPr>
              <a:t>.</a:t>
            </a:r>
            <a:r>
              <a:rPr lang="en-US" altLang="" sz="1800" b="1" spc="-25" dirty="0">
                <a:solidFill>
                  <a:srgbClr val="001F5F"/>
                </a:solidFill>
                <a:latin typeface="Arial" panose="020B0604020202020204"/>
                <a:cs typeface="Arial" panose="020B0604020202020204"/>
              </a:rPr>
              <a:t>SHIPRA SHARMA </a:t>
            </a:r>
            <a:r>
              <a:rPr lang="en-US" altLang="en-US" sz="1800" b="1" spc="35" dirty="0">
                <a:solidFill>
                  <a:srgbClr val="001F5F"/>
                </a:solidFill>
                <a:latin typeface="Arial" panose="020B0604020202020204"/>
                <a:cs typeface="Arial" panose="020B0604020202020204"/>
                <a:sym typeface="+mn-ea"/>
              </a:rPr>
              <a:t>(</a:t>
            </a:r>
            <a:r>
              <a:rPr sz="1800" b="1" spc="-25" dirty="0">
                <a:solidFill>
                  <a:srgbClr val="001F5F"/>
                </a:solidFill>
                <a:latin typeface="Arial" panose="020B0604020202020204"/>
                <a:cs typeface="Arial" panose="020B0604020202020204"/>
              </a:rPr>
              <a:t>BT/</a:t>
            </a:r>
            <a:r>
              <a:rPr lang="en-US" altLang="" sz="1800" b="1" spc="-25" dirty="0">
                <a:solidFill>
                  <a:srgbClr val="001F5F"/>
                </a:solidFill>
                <a:latin typeface="Arial" panose="020B0604020202020204"/>
                <a:cs typeface="Arial" panose="020B0604020202020204"/>
              </a:rPr>
              <a:t>EC</a:t>
            </a:r>
            <a:r>
              <a:rPr lang="en-US" altLang="en-US" sz="1800" b="1" spc="-25" dirty="0">
                <a:solidFill>
                  <a:srgbClr val="001F5F"/>
                </a:solidFill>
                <a:latin typeface="Arial" panose="020B0604020202020204"/>
                <a:cs typeface="Arial" panose="020B0604020202020204"/>
              </a:rPr>
              <a:t>/</a:t>
            </a:r>
            <a:r>
              <a:rPr sz="1800" b="1" spc="-25" dirty="0">
                <a:solidFill>
                  <a:srgbClr val="001F5F"/>
                </a:solidFill>
                <a:latin typeface="Arial" panose="020B0604020202020204"/>
                <a:cs typeface="Arial" panose="020B0604020202020204"/>
              </a:rPr>
              <a:t>20</a:t>
            </a:r>
            <a:r>
              <a:rPr lang="en-US" altLang="" sz="1800" b="1" spc="-25" dirty="0">
                <a:solidFill>
                  <a:srgbClr val="001F5F"/>
                </a:solidFill>
                <a:latin typeface="Arial" panose="020B0604020202020204"/>
                <a:cs typeface="Arial" panose="020B0604020202020204"/>
              </a:rPr>
              <a:t>17</a:t>
            </a:r>
            <a:r>
              <a:rPr sz="1800" b="1" spc="-25" dirty="0">
                <a:solidFill>
                  <a:srgbClr val="001F5F"/>
                </a:solidFill>
                <a:latin typeface="Arial" panose="020B0604020202020204"/>
                <a:cs typeface="Arial" panose="020B0604020202020204"/>
              </a:rPr>
              <a:t>)</a:t>
            </a:r>
            <a:r>
              <a:rPr sz="1800" b="1" spc="35" dirty="0">
                <a:solidFill>
                  <a:srgbClr val="001F5F"/>
                </a:solidFill>
                <a:latin typeface="Arial" panose="020B0604020202020204"/>
                <a:cs typeface="Arial" panose="020B0604020202020204"/>
              </a:rPr>
              <a:t> </a:t>
            </a:r>
            <a:endParaRPr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Company Name--&gt; Shipra Sharma</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Imarticus Learning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Designation--&gt; </a:t>
            </a:r>
            <a:r>
              <a:rPr lang="en-US" altLang="en-US" sz="1800" b="1" spc="35" dirty="0">
                <a:solidFill>
                  <a:srgbClr val="001F5F"/>
                </a:solidFill>
                <a:latin typeface="Arial" panose="020B0604020202020204"/>
                <a:cs typeface="Arial" panose="020B0604020202020204"/>
                <a:sym typeface="+mn-ea"/>
              </a:rPr>
              <a:t>Senior Quality Assurance Engineer</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Location--&gt;  Noida, U.P</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Pass-out Year--&gt; 2017</a:t>
            </a:r>
            <a:endParaRPr lang="en-US" altLang="en-US" sz="1800" b="1" spc="35" dirty="0">
              <a:solidFill>
                <a:srgbClr val="001F5F"/>
              </a:solidFill>
              <a:latin typeface="Arial" panose="020B0604020202020204"/>
              <a:cs typeface="Arial" panose="020B0604020202020204"/>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948944" y="4125848"/>
            <a:ext cx="4421505" cy="1725930"/>
          </a:xfrm>
          <a:prstGeom prst="rect">
            <a:avLst/>
          </a:prstGeom>
        </p:spPr>
        <p:txBody>
          <a:bodyPr vert="horz" wrap="square" lIns="0" tIns="12700" rIns="0" bIns="0" rtlCol="0">
            <a:spAutoFit/>
          </a:bodyPr>
          <a:lstStyle/>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MR. PRATEEK SARASWAT </a:t>
            </a:r>
            <a:r>
              <a:rPr sz="1800" b="1" spc="-25" dirty="0">
                <a:solidFill>
                  <a:srgbClr val="001F5F"/>
                </a:solidFill>
                <a:latin typeface="Arial" panose="020B0604020202020204"/>
                <a:cs typeface="Arial" panose="020B0604020202020204"/>
                <a:sym typeface="+mn-ea"/>
              </a:rPr>
              <a:t>(BT/</a:t>
            </a:r>
            <a:r>
              <a:rPr lang="en-US" altLang="en-US" sz="1800" b="1" spc="-25" dirty="0">
                <a:solidFill>
                  <a:srgbClr val="001F5F"/>
                </a:solidFill>
                <a:latin typeface="Arial" panose="020B0604020202020204"/>
                <a:cs typeface="Arial" panose="020B0604020202020204"/>
                <a:sym typeface="+mn-ea"/>
              </a:rPr>
              <a:t>CS</a:t>
            </a:r>
            <a:r>
              <a:rPr sz="1800" b="1" spc="-25" dirty="0">
                <a:solidFill>
                  <a:srgbClr val="001F5F"/>
                </a:solidFill>
                <a:latin typeface="Arial" panose="020B0604020202020204"/>
                <a:cs typeface="Arial" panose="020B0604020202020204"/>
                <a:sym typeface="+mn-ea"/>
              </a:rPr>
              <a:t>/20</a:t>
            </a:r>
            <a:r>
              <a:rPr lang="en-US" altLang="en-US" sz="1800" b="1" spc="-25" dirty="0">
                <a:solidFill>
                  <a:srgbClr val="001F5F"/>
                </a:solidFill>
                <a:latin typeface="Arial" panose="020B0604020202020204"/>
                <a:cs typeface="Arial" panose="020B0604020202020204"/>
                <a:sym typeface="+mn-ea"/>
              </a:rPr>
              <a:t>24</a:t>
            </a:r>
            <a:r>
              <a:rPr sz="1800" b="1" spc="-25" dirty="0">
                <a:solidFill>
                  <a:srgbClr val="001F5F"/>
                </a:solidFill>
                <a:latin typeface="Arial" panose="020B0604020202020204"/>
                <a:cs typeface="Arial" panose="020B0604020202020204"/>
                <a:sym typeface="+mn-ea"/>
              </a:rPr>
              <a:t>)</a:t>
            </a:r>
            <a:endParaRPr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Company Name : Media Mantra Global</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Designation : Analytics Manager</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Location : Gurugram</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Pass-out Year : 2024</a:t>
            </a:r>
            <a:endParaRPr lang="en-US" altLang="en-US" sz="1800" b="1" spc="50" dirty="0">
              <a:solidFill>
                <a:srgbClr val="001F5F"/>
              </a:solidFill>
              <a:latin typeface="Arial" panose="020B0604020202020204"/>
              <a:cs typeface="Arial" panose="020B0604020202020204"/>
            </a:endParaRPr>
          </a:p>
        </p:txBody>
      </p:sp>
      <p:pic>
        <p:nvPicPr>
          <p:cNvPr id="15" name="Picture 14"/>
          <p:cNvPicPr>
            <a:picLocks noChangeAspect="1"/>
          </p:cNvPicPr>
          <p:nvPr/>
        </p:nvPicPr>
        <p:blipFill>
          <a:blip r:embed="rId3"/>
          <a:stretch>
            <a:fillRect/>
          </a:stretch>
        </p:blipFill>
        <p:spPr>
          <a:xfrm>
            <a:off x="6096000" y="4058285"/>
            <a:ext cx="2893695" cy="2893695"/>
          </a:xfrm>
          <a:prstGeom prst="rect">
            <a:avLst/>
          </a:prstGeom>
        </p:spPr>
      </p:pic>
      <p:pic>
        <p:nvPicPr>
          <p:cNvPr id="11" name="Picture 10"/>
          <p:cNvPicPr>
            <a:picLocks noChangeAspect="1"/>
          </p:cNvPicPr>
          <p:nvPr/>
        </p:nvPicPr>
        <p:blipFill>
          <a:blip r:embed="rId4"/>
          <a:stretch>
            <a:fillRect/>
          </a:stretch>
        </p:blipFill>
        <p:spPr>
          <a:xfrm>
            <a:off x="4191000" y="1143000"/>
            <a:ext cx="2087880" cy="255397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106680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12915" y="1318895"/>
            <a:ext cx="4764405" cy="2110105"/>
          </a:xfrm>
          <a:prstGeom prst="rect">
            <a:avLst/>
          </a:prstGeom>
        </p:spPr>
        <p:txBody>
          <a:bodyPr vert="horz" wrap="square" lIns="0" tIns="12700" rIns="0" bIns="0" rtlCol="0">
            <a:noAutofit/>
          </a:bodyPr>
          <a:lstStyle/>
          <a:p>
            <a:pPr marL="12700" marR="5080" indent="5080" algn="ctr">
              <a:lnSpc>
                <a:spcPct val="100000"/>
              </a:lnSpc>
              <a:spcBef>
                <a:spcPts val="100"/>
              </a:spcBef>
            </a:pPr>
            <a:r>
              <a:rPr sz="1800" b="1" spc="-85" dirty="0">
                <a:solidFill>
                  <a:srgbClr val="001F5F"/>
                </a:solidFill>
                <a:latin typeface="Arial" panose="020B0604020202020204"/>
                <a:cs typeface="Arial" panose="020B0604020202020204"/>
              </a:rPr>
              <a:t>M</a:t>
            </a:r>
            <a:r>
              <a:rPr lang="en-US" altLang="en-US" sz="1800" b="1" spc="-85" dirty="0">
                <a:solidFill>
                  <a:srgbClr val="001F5F"/>
                </a:solidFill>
                <a:latin typeface="Arial" panose="020B0604020202020204"/>
                <a:cs typeface="Arial" panose="020B0604020202020204"/>
              </a:rPr>
              <a:t>S</a:t>
            </a:r>
            <a:r>
              <a:rPr sz="1800" b="1" spc="-85" dirty="0">
                <a:solidFill>
                  <a:srgbClr val="001F5F"/>
                </a:solidFill>
                <a:latin typeface="Arial" panose="020B0604020202020204"/>
                <a:cs typeface="Arial" panose="020B0604020202020204"/>
              </a:rPr>
              <a:t>.</a:t>
            </a:r>
            <a:r>
              <a:rPr lang="en-US" altLang="en-US" sz="1800" b="1" spc="-25" dirty="0">
                <a:solidFill>
                  <a:srgbClr val="001F5F"/>
                </a:solidFill>
                <a:latin typeface="Arial" panose="020B0604020202020204"/>
                <a:cs typeface="Arial" panose="020B0604020202020204"/>
              </a:rPr>
              <a:t>SHUBHANGI JAIN </a:t>
            </a:r>
            <a:r>
              <a:rPr lang="en-US" altLang="en-US" sz="1800" b="1" spc="35" dirty="0">
                <a:solidFill>
                  <a:srgbClr val="001F5F"/>
                </a:solidFill>
                <a:latin typeface="Arial" panose="020B0604020202020204"/>
                <a:cs typeface="Arial" panose="020B0604020202020204"/>
                <a:sym typeface="+mn-ea"/>
              </a:rPr>
              <a:t>(</a:t>
            </a:r>
            <a:r>
              <a:rPr sz="1800" b="1" spc="-25" dirty="0">
                <a:solidFill>
                  <a:srgbClr val="001F5F"/>
                </a:solidFill>
                <a:latin typeface="Arial" panose="020B0604020202020204"/>
                <a:cs typeface="Arial" panose="020B0604020202020204"/>
              </a:rPr>
              <a:t>BT/</a:t>
            </a:r>
            <a:r>
              <a:rPr lang="en-US" altLang="" sz="1800" b="1" spc="-25" dirty="0">
                <a:solidFill>
                  <a:srgbClr val="001F5F"/>
                </a:solidFill>
                <a:latin typeface="Arial" panose="020B0604020202020204"/>
                <a:cs typeface="Arial" panose="020B0604020202020204"/>
              </a:rPr>
              <a:t>CS</a:t>
            </a:r>
            <a:r>
              <a:rPr lang="en-US" altLang="en-US" sz="1800" b="1" spc="-25" dirty="0">
                <a:solidFill>
                  <a:srgbClr val="001F5F"/>
                </a:solidFill>
                <a:latin typeface="Arial" panose="020B0604020202020204"/>
                <a:cs typeface="Arial" panose="020B0604020202020204"/>
              </a:rPr>
              <a:t>/</a:t>
            </a:r>
            <a:r>
              <a:rPr sz="1800" b="1" spc="-25" dirty="0">
                <a:solidFill>
                  <a:srgbClr val="001F5F"/>
                </a:solidFill>
                <a:latin typeface="Arial" panose="020B0604020202020204"/>
                <a:cs typeface="Arial" panose="020B0604020202020204"/>
              </a:rPr>
              <a:t>20</a:t>
            </a:r>
            <a:r>
              <a:rPr lang="en-US" altLang="" sz="1800" b="1" spc="-25" dirty="0">
                <a:solidFill>
                  <a:srgbClr val="001F5F"/>
                </a:solidFill>
                <a:latin typeface="Arial" panose="020B0604020202020204"/>
                <a:cs typeface="Arial" panose="020B0604020202020204"/>
              </a:rPr>
              <a:t>24</a:t>
            </a:r>
            <a:r>
              <a:rPr sz="1800" b="1" spc="-25" dirty="0">
                <a:solidFill>
                  <a:srgbClr val="001F5F"/>
                </a:solidFill>
                <a:latin typeface="Arial" panose="020B0604020202020204"/>
                <a:cs typeface="Arial" panose="020B0604020202020204"/>
              </a:rPr>
              <a:t>)</a:t>
            </a:r>
            <a:r>
              <a:rPr sz="1800" b="1" spc="35" dirty="0">
                <a:solidFill>
                  <a:srgbClr val="001F5F"/>
                </a:solidFill>
                <a:latin typeface="Arial" panose="020B0604020202020204"/>
                <a:cs typeface="Arial" panose="020B0604020202020204"/>
              </a:rPr>
              <a:t> </a:t>
            </a:r>
            <a:endParaRPr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Company name - Austere system limited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Designation - Software developer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Passout year - 2024</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Location - Gurugram</a:t>
            </a:r>
            <a:endParaRPr lang="en-US" altLang="en-US" sz="1800" b="1" spc="35" dirty="0">
              <a:solidFill>
                <a:srgbClr val="001F5F"/>
              </a:solidFill>
              <a:latin typeface="Arial" panose="020B0604020202020204"/>
              <a:cs typeface="Arial" panose="020B0604020202020204"/>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948944" y="4125848"/>
            <a:ext cx="4421505" cy="1738630"/>
          </a:xfrm>
          <a:prstGeom prst="rect">
            <a:avLst/>
          </a:prstGeom>
        </p:spPr>
        <p:txBody>
          <a:bodyPr vert="horz" wrap="square" lIns="0" tIns="12700" rIns="0" bIns="0" rtlCol="0">
            <a:spAutoFit/>
          </a:bodyPr>
          <a:lstStyle/>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MR. </a:t>
            </a:r>
            <a:r>
              <a:rPr lang="en-US" altLang="en-US" sz="1800" b="1" spc="50" dirty="0">
                <a:solidFill>
                  <a:srgbClr val="001F5F"/>
                </a:solidFill>
                <a:latin typeface="Arial" panose="020B0604020202020204"/>
                <a:cs typeface="Arial" panose="020B0604020202020204"/>
                <a:sym typeface="+mn-ea"/>
              </a:rPr>
              <a:t>Saurabh Kumar Garg</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 </a:t>
            </a:r>
            <a:r>
              <a:rPr sz="1800" b="1" spc="-25" dirty="0">
                <a:solidFill>
                  <a:srgbClr val="001F5F"/>
                </a:solidFill>
                <a:latin typeface="Arial" panose="020B0604020202020204"/>
                <a:cs typeface="Arial" panose="020B0604020202020204"/>
                <a:sym typeface="+mn-ea"/>
              </a:rPr>
              <a:t>(BT/</a:t>
            </a:r>
            <a:r>
              <a:rPr lang="en-US" altLang="" sz="1800" b="1" spc="-25" dirty="0">
                <a:solidFill>
                  <a:srgbClr val="001F5F"/>
                </a:solidFill>
                <a:latin typeface="Arial" panose="020B0604020202020204"/>
                <a:cs typeface="Arial" panose="020B0604020202020204"/>
                <a:sym typeface="+mn-ea"/>
              </a:rPr>
              <a:t>EC</a:t>
            </a:r>
            <a:r>
              <a:rPr sz="1800" b="1" spc="-25" dirty="0">
                <a:solidFill>
                  <a:srgbClr val="001F5F"/>
                </a:solidFill>
                <a:latin typeface="Arial" panose="020B0604020202020204"/>
                <a:cs typeface="Arial" panose="020B0604020202020204"/>
                <a:sym typeface="+mn-ea"/>
              </a:rPr>
              <a:t>/20</a:t>
            </a:r>
            <a:r>
              <a:rPr lang="en-US" altLang="" sz="1800" b="1" spc="-25" dirty="0">
                <a:solidFill>
                  <a:srgbClr val="001F5F"/>
                </a:solidFill>
                <a:latin typeface="Arial" panose="020B0604020202020204"/>
                <a:cs typeface="Arial" panose="020B0604020202020204"/>
                <a:sym typeface="+mn-ea"/>
              </a:rPr>
              <a:t>06</a:t>
            </a:r>
            <a:r>
              <a:rPr sz="1800" b="1" spc="-25" dirty="0">
                <a:solidFill>
                  <a:srgbClr val="001F5F"/>
                </a:solidFill>
                <a:latin typeface="Arial" panose="020B0604020202020204"/>
                <a:cs typeface="Arial" panose="020B0604020202020204"/>
                <a:sym typeface="+mn-ea"/>
              </a:rPr>
              <a:t>)</a:t>
            </a:r>
            <a:endParaRPr sz="1800" b="1" spc="-25" dirty="0">
              <a:solidFill>
                <a:srgbClr val="001F5F"/>
              </a:solidFill>
              <a:latin typeface="Arial" panose="020B0604020202020204"/>
              <a:cs typeface="Arial" panose="020B0604020202020204"/>
              <a:sym typeface="+mn-ea"/>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 Company:HCL Tech</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Designation:Group Project Manager</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Location:Noida</a:t>
            </a:r>
            <a:endParaRPr lang="en-US" altLang="en-US" sz="1800" b="1" spc="50" dirty="0">
              <a:solidFill>
                <a:srgbClr val="001F5F"/>
              </a:solidFill>
              <a:latin typeface="Arial" panose="020B0604020202020204"/>
              <a:cs typeface="Arial" panose="020B0604020202020204"/>
            </a:endParaRPr>
          </a:p>
          <a:p>
            <a:pPr marL="12700" marR="5080" indent="1905" algn="ctr">
              <a:lnSpc>
                <a:spcPct val="100000"/>
              </a:lnSpc>
              <a:spcBef>
                <a:spcPts val="100"/>
              </a:spcBef>
            </a:pPr>
            <a:r>
              <a:rPr lang="en-US" altLang="en-US" sz="1800" b="1" spc="50" dirty="0">
                <a:solidFill>
                  <a:srgbClr val="001F5F"/>
                </a:solidFill>
                <a:latin typeface="Arial" panose="020B0604020202020204"/>
                <a:cs typeface="Arial" panose="020B0604020202020204"/>
              </a:rPr>
              <a:t>Passing Year: 2006</a:t>
            </a:r>
            <a:endParaRPr lang="en-US" altLang="en-US" sz="1800" b="1" spc="50" dirty="0">
              <a:solidFill>
                <a:srgbClr val="001F5F"/>
              </a:solidFill>
              <a:latin typeface="Arial" panose="020B0604020202020204"/>
              <a:cs typeface="Arial" panose="020B0604020202020204"/>
            </a:endParaRPr>
          </a:p>
        </p:txBody>
      </p:sp>
      <p:pic>
        <p:nvPicPr>
          <p:cNvPr id="12" name="Picture 11"/>
          <p:cNvPicPr>
            <a:picLocks noChangeAspect="1"/>
          </p:cNvPicPr>
          <p:nvPr/>
        </p:nvPicPr>
        <p:blipFill>
          <a:blip r:embed="rId3"/>
          <a:stretch>
            <a:fillRect/>
          </a:stretch>
        </p:blipFill>
        <p:spPr>
          <a:xfrm>
            <a:off x="4098925" y="965200"/>
            <a:ext cx="2034540" cy="2679065"/>
          </a:xfrm>
          <a:prstGeom prst="rect">
            <a:avLst/>
          </a:prstGeom>
        </p:spPr>
      </p:pic>
      <p:pic>
        <p:nvPicPr>
          <p:cNvPr id="13" name="Picture 12"/>
          <p:cNvPicPr>
            <a:picLocks noChangeAspect="1"/>
          </p:cNvPicPr>
          <p:nvPr/>
        </p:nvPicPr>
        <p:blipFill>
          <a:blip r:embed="rId4"/>
          <a:stretch>
            <a:fillRect/>
          </a:stretch>
        </p:blipFill>
        <p:spPr>
          <a:xfrm>
            <a:off x="6231255" y="4344670"/>
            <a:ext cx="2251075" cy="251333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grpSp>
        <p:nvGrpSpPr>
          <p:cNvPr id="5" name="object 5"/>
          <p:cNvGrpSpPr/>
          <p:nvPr/>
        </p:nvGrpSpPr>
        <p:grpSpPr>
          <a:xfrm>
            <a:off x="0" y="1066800"/>
            <a:ext cx="12192000" cy="5875020"/>
            <a:chOff x="0" y="982980"/>
            <a:chExt cx="12192000" cy="5875020"/>
          </a:xfrm>
        </p:grpSpPr>
        <p:pic>
          <p:nvPicPr>
            <p:cNvPr id="6" name="object 6"/>
            <p:cNvPicPr/>
            <p:nvPr/>
          </p:nvPicPr>
          <p:blipFill>
            <a:blip r:embed="rId1" cstate="print"/>
            <a:stretch>
              <a:fillRect/>
            </a:stretch>
          </p:blipFill>
          <p:spPr>
            <a:xfrm>
              <a:off x="5440679" y="4390644"/>
              <a:ext cx="1120140" cy="88392"/>
            </a:xfrm>
            <a:prstGeom prst="rect">
              <a:avLst/>
            </a:prstGeom>
          </p:spPr>
        </p:pic>
        <p:pic>
          <p:nvPicPr>
            <p:cNvPr id="7" name="object 7"/>
            <p:cNvPicPr/>
            <p:nvPr/>
          </p:nvPicPr>
          <p:blipFill>
            <a:blip r:embed="rId2" cstate="print"/>
            <a:stretch>
              <a:fillRect/>
            </a:stretch>
          </p:blipFill>
          <p:spPr>
            <a:xfrm>
              <a:off x="0" y="982980"/>
              <a:ext cx="12192000" cy="5875019"/>
            </a:xfrm>
            <a:prstGeom prst="rect">
              <a:avLst/>
            </a:prstGeom>
          </p:spPr>
        </p:pic>
      </p:grpSp>
      <p:sp>
        <p:nvSpPr>
          <p:cNvPr id="8" name="object 8"/>
          <p:cNvSpPr txBox="1"/>
          <p:nvPr/>
        </p:nvSpPr>
        <p:spPr>
          <a:xfrm>
            <a:off x="6812915" y="1318895"/>
            <a:ext cx="4764405" cy="2110105"/>
          </a:xfrm>
          <a:prstGeom prst="rect">
            <a:avLst/>
          </a:prstGeom>
        </p:spPr>
        <p:txBody>
          <a:bodyPr vert="horz" wrap="square" lIns="0" tIns="12700" rIns="0" bIns="0" rtlCol="0">
            <a:noAutofit/>
          </a:bodyPr>
          <a:lstStyle/>
          <a:p>
            <a:pPr marL="12700" marR="5080" indent="5080" algn="ctr">
              <a:lnSpc>
                <a:spcPct val="100000"/>
              </a:lnSpc>
              <a:spcBef>
                <a:spcPts val="100"/>
              </a:spcBef>
            </a:pPr>
            <a:r>
              <a:rPr sz="1800" b="1" spc="-85" dirty="0">
                <a:solidFill>
                  <a:srgbClr val="001F5F"/>
                </a:solidFill>
                <a:latin typeface="Arial" panose="020B0604020202020204"/>
                <a:cs typeface="Arial" panose="020B0604020202020204"/>
              </a:rPr>
              <a:t>M</a:t>
            </a:r>
            <a:r>
              <a:rPr lang="en-US" altLang="en-US" sz="1800" b="1" spc="-85" dirty="0">
                <a:solidFill>
                  <a:srgbClr val="001F5F"/>
                </a:solidFill>
                <a:latin typeface="Arial" panose="020B0604020202020204"/>
                <a:cs typeface="Arial" panose="020B0604020202020204"/>
              </a:rPr>
              <a:t>S</a:t>
            </a:r>
            <a:r>
              <a:rPr sz="1800" b="1" spc="-85" dirty="0">
                <a:solidFill>
                  <a:srgbClr val="001F5F"/>
                </a:solidFill>
                <a:latin typeface="Arial" panose="020B0604020202020204"/>
                <a:cs typeface="Arial" panose="020B0604020202020204"/>
              </a:rPr>
              <a:t>.</a:t>
            </a:r>
            <a:r>
              <a:rPr lang="en-US" altLang="en-US" sz="1800" b="1" spc="-25" dirty="0">
                <a:solidFill>
                  <a:srgbClr val="001F5F"/>
                </a:solidFill>
                <a:latin typeface="Arial" panose="020B0604020202020204"/>
                <a:cs typeface="Arial" panose="020B0604020202020204"/>
              </a:rPr>
              <a:t>ADITI VERMA </a:t>
            </a:r>
            <a:r>
              <a:rPr lang="en-US" altLang="en-US" sz="1800" b="1" spc="35" dirty="0">
                <a:solidFill>
                  <a:srgbClr val="001F5F"/>
                </a:solidFill>
                <a:latin typeface="Arial" panose="020B0604020202020204"/>
                <a:cs typeface="Arial" panose="020B0604020202020204"/>
                <a:sym typeface="+mn-ea"/>
              </a:rPr>
              <a:t>(</a:t>
            </a:r>
            <a:r>
              <a:rPr sz="1800" b="1" spc="-25" dirty="0">
                <a:solidFill>
                  <a:srgbClr val="001F5F"/>
                </a:solidFill>
                <a:latin typeface="Arial" panose="020B0604020202020204"/>
                <a:cs typeface="Arial" panose="020B0604020202020204"/>
              </a:rPr>
              <a:t>BT/</a:t>
            </a:r>
            <a:r>
              <a:rPr lang="en-US" altLang="" sz="1800" b="1" spc="-25" dirty="0">
                <a:solidFill>
                  <a:srgbClr val="001F5F"/>
                </a:solidFill>
                <a:latin typeface="Arial" panose="020B0604020202020204"/>
                <a:cs typeface="Arial" panose="020B0604020202020204"/>
              </a:rPr>
              <a:t>IT</a:t>
            </a:r>
            <a:r>
              <a:rPr lang="en-US" altLang="en-US" sz="1800" b="1" spc="-25" dirty="0">
                <a:solidFill>
                  <a:srgbClr val="001F5F"/>
                </a:solidFill>
                <a:latin typeface="Arial" panose="020B0604020202020204"/>
                <a:cs typeface="Arial" panose="020B0604020202020204"/>
              </a:rPr>
              <a:t>/</a:t>
            </a:r>
            <a:r>
              <a:rPr sz="1800" b="1" spc="-25" dirty="0">
                <a:solidFill>
                  <a:srgbClr val="001F5F"/>
                </a:solidFill>
                <a:latin typeface="Arial" panose="020B0604020202020204"/>
                <a:cs typeface="Arial" panose="020B0604020202020204"/>
              </a:rPr>
              <a:t>20</a:t>
            </a:r>
            <a:r>
              <a:rPr lang="en-US" altLang="" sz="1800" b="1" spc="-25" dirty="0">
                <a:solidFill>
                  <a:srgbClr val="001F5F"/>
                </a:solidFill>
                <a:latin typeface="Arial" panose="020B0604020202020204"/>
                <a:cs typeface="Arial" panose="020B0604020202020204"/>
              </a:rPr>
              <a:t>18</a:t>
            </a:r>
            <a:r>
              <a:rPr sz="1800" b="1" spc="-25" dirty="0">
                <a:solidFill>
                  <a:srgbClr val="001F5F"/>
                </a:solidFill>
                <a:latin typeface="Arial" panose="020B0604020202020204"/>
                <a:cs typeface="Arial" panose="020B0604020202020204"/>
              </a:rPr>
              <a:t>)</a:t>
            </a:r>
            <a:r>
              <a:rPr sz="1800" b="1" spc="35" dirty="0">
                <a:solidFill>
                  <a:srgbClr val="001F5F"/>
                </a:solidFill>
                <a:latin typeface="Arial" panose="020B0604020202020204"/>
                <a:cs typeface="Arial" panose="020B0604020202020204"/>
              </a:rPr>
              <a:t> </a:t>
            </a:r>
            <a:endParaRPr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Company name : Genpact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Designation: Sr. Software Tester</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Location: Gurugram </a:t>
            </a:r>
            <a:endParaRPr lang="en-US" altLang="en-US" sz="1800" b="1" spc="35" dirty="0">
              <a:solidFill>
                <a:srgbClr val="001F5F"/>
              </a:solidFill>
              <a:latin typeface="Arial" panose="020B0604020202020204"/>
              <a:cs typeface="Arial" panose="020B0604020202020204"/>
            </a:endParaRPr>
          </a:p>
          <a:p>
            <a:pPr marL="12700" marR="5080" indent="5080" algn="ctr">
              <a:lnSpc>
                <a:spcPct val="100000"/>
              </a:lnSpc>
              <a:spcBef>
                <a:spcPts val="100"/>
              </a:spcBef>
            </a:pPr>
            <a:r>
              <a:rPr lang="en-US" altLang="en-US" sz="1800" b="1" spc="35" dirty="0">
                <a:solidFill>
                  <a:srgbClr val="001F5F"/>
                </a:solidFill>
                <a:latin typeface="Arial" panose="020B0604020202020204"/>
                <a:cs typeface="Arial" panose="020B0604020202020204"/>
              </a:rPr>
              <a:t>Pass out Year : 2018</a:t>
            </a:r>
            <a:endParaRPr lang="en-US" altLang="en-US" sz="1800" b="1" spc="35" dirty="0">
              <a:solidFill>
                <a:srgbClr val="001F5F"/>
              </a:solidFill>
              <a:latin typeface="Arial" panose="020B0604020202020204"/>
              <a:cs typeface="Arial" panose="020B0604020202020204"/>
            </a:endParaRPr>
          </a:p>
        </p:txBody>
      </p:sp>
      <p:sp>
        <p:nvSpPr>
          <p:cNvPr id="9" name="object 9" descr="$PPTXTitle"/>
          <p:cNvSpPr txBox="1">
            <a:spLocks noGrp="1"/>
          </p:cNvSpPr>
          <p:nvPr>
            <p:ph type="title"/>
          </p:nvPr>
        </p:nvSpPr>
        <p:spPr>
          <a:xfrm>
            <a:off x="3240785" y="164668"/>
            <a:ext cx="5485130" cy="635000"/>
          </a:xfrm>
          <a:prstGeom prst="rect">
            <a:avLst/>
          </a:prstGeom>
        </p:spPr>
        <p:txBody>
          <a:bodyPr vert="horz" wrap="square" lIns="0" tIns="12065" rIns="0" bIns="0" rtlCol="0">
            <a:spAutoFit/>
          </a:bodyPr>
          <a:lstStyle/>
          <a:p>
            <a:pPr marL="12700">
              <a:lnSpc>
                <a:spcPct val="100000"/>
              </a:lnSpc>
              <a:spcBef>
                <a:spcPts val="95"/>
              </a:spcBef>
            </a:pPr>
            <a:r>
              <a:rPr spc="-90" dirty="0">
                <a:solidFill>
                  <a:srgbClr val="2D75B6"/>
                </a:solidFill>
              </a:rPr>
              <a:t>Young</a:t>
            </a:r>
            <a:r>
              <a:rPr spc="-190" dirty="0">
                <a:solidFill>
                  <a:srgbClr val="2D75B6"/>
                </a:solidFill>
              </a:rPr>
              <a:t> </a:t>
            </a:r>
            <a:r>
              <a:rPr dirty="0">
                <a:solidFill>
                  <a:srgbClr val="2D75B6"/>
                </a:solidFill>
              </a:rPr>
              <a:t>Rising</a:t>
            </a:r>
            <a:r>
              <a:rPr spc="-250" dirty="0">
                <a:solidFill>
                  <a:srgbClr val="2D75B6"/>
                </a:solidFill>
              </a:rPr>
              <a:t> </a:t>
            </a:r>
            <a:r>
              <a:rPr spc="-10" dirty="0">
                <a:solidFill>
                  <a:srgbClr val="2D75B6"/>
                </a:solidFill>
              </a:rPr>
              <a:t>Alumnus</a:t>
            </a:r>
            <a:endParaRPr spc="-10" dirty="0">
              <a:solidFill>
                <a:srgbClr val="2D75B6"/>
              </a:solidFill>
            </a:endParaRPr>
          </a:p>
        </p:txBody>
      </p:sp>
      <p:sp>
        <p:nvSpPr>
          <p:cNvPr id="10" name="object 10"/>
          <p:cNvSpPr txBox="1"/>
          <p:nvPr/>
        </p:nvSpPr>
        <p:spPr>
          <a:xfrm>
            <a:off x="758825" y="3787140"/>
            <a:ext cx="4611370" cy="4344670"/>
          </a:xfrm>
          <a:prstGeom prst="rect">
            <a:avLst/>
          </a:prstGeom>
        </p:spPr>
        <p:txBody>
          <a:bodyPr vert="horz" wrap="square" lIns="0" tIns="12700" rIns="0" bIns="0" rtlCol="0">
            <a:noAutofit/>
          </a:bodyPr>
          <a:lstStyle/>
          <a:p>
            <a:pPr marL="12700" marR="5080" indent="1905" algn="ctr">
              <a:lnSpc>
                <a:spcPct val="100000"/>
              </a:lnSpc>
              <a:spcBef>
                <a:spcPts val="100"/>
              </a:spcBef>
            </a:pPr>
            <a:r>
              <a:rPr lang="en-US" altLang="en-US" sz="1800" b="1" spc="-85" dirty="0">
                <a:solidFill>
                  <a:srgbClr val="001F5F"/>
                </a:solidFill>
                <a:latin typeface="Arial" panose="020B0604020202020204"/>
                <a:cs typeface="Arial" panose="020B0604020202020204"/>
              </a:rPr>
              <a:t>MR. </a:t>
            </a:r>
            <a:r>
              <a:rPr lang="en-US" altLang="en-US" sz="1800" b="1" spc="50" dirty="0">
                <a:solidFill>
                  <a:srgbClr val="001F5F"/>
                </a:solidFill>
                <a:latin typeface="Arial" panose="020B0604020202020204"/>
                <a:cs typeface="Arial" panose="020B0604020202020204"/>
                <a:sym typeface="+mn-ea"/>
              </a:rPr>
              <a:t>ATUL </a:t>
            </a:r>
            <a:r>
              <a:rPr lang="en-US" altLang="en-US" sz="1800" b="1" spc="-85" dirty="0">
                <a:solidFill>
                  <a:srgbClr val="001F5F"/>
                </a:solidFill>
                <a:latin typeface="Arial" panose="020B0604020202020204"/>
                <a:cs typeface="Arial" panose="020B0604020202020204"/>
              </a:rPr>
              <a:t> </a:t>
            </a:r>
            <a:r>
              <a:rPr sz="1800" b="1" spc="-25" dirty="0">
                <a:solidFill>
                  <a:srgbClr val="001F5F"/>
                </a:solidFill>
                <a:latin typeface="Arial" panose="020B0604020202020204"/>
                <a:cs typeface="Arial" panose="020B0604020202020204"/>
                <a:sym typeface="+mn-ea"/>
              </a:rPr>
              <a:t>(BT/</a:t>
            </a:r>
            <a:r>
              <a:rPr lang="en-US" altLang="" sz="1800" b="1" spc="-25" dirty="0">
                <a:solidFill>
                  <a:srgbClr val="001F5F"/>
                </a:solidFill>
                <a:latin typeface="Arial" panose="020B0604020202020204"/>
                <a:cs typeface="Arial" panose="020B0604020202020204"/>
                <a:sym typeface="+mn-ea"/>
              </a:rPr>
              <a:t>CS</a:t>
            </a:r>
            <a:r>
              <a:rPr sz="1800" b="1" spc="-25" dirty="0">
                <a:solidFill>
                  <a:srgbClr val="001F5F"/>
                </a:solidFill>
                <a:latin typeface="Arial" panose="020B0604020202020204"/>
                <a:cs typeface="Arial" panose="020B0604020202020204"/>
                <a:sym typeface="+mn-ea"/>
              </a:rPr>
              <a:t>/20</a:t>
            </a:r>
            <a:r>
              <a:rPr lang="en-US" altLang="" sz="1800" b="1" spc="-25" dirty="0">
                <a:solidFill>
                  <a:srgbClr val="001F5F"/>
                </a:solidFill>
                <a:latin typeface="Arial" panose="020B0604020202020204"/>
                <a:cs typeface="Arial" panose="020B0604020202020204"/>
                <a:sym typeface="+mn-ea"/>
              </a:rPr>
              <a:t>21</a:t>
            </a:r>
            <a:r>
              <a:rPr sz="1800" b="1" spc="-25" dirty="0">
                <a:solidFill>
                  <a:srgbClr val="001F5F"/>
                </a:solidFill>
                <a:latin typeface="Arial" panose="020B0604020202020204"/>
                <a:cs typeface="Arial" panose="020B0604020202020204"/>
                <a:sym typeface="+mn-ea"/>
              </a:rPr>
              <a:t>)</a:t>
            </a:r>
            <a:endParaRPr sz="1800" b="1" spc="-25" dirty="0">
              <a:solidFill>
                <a:srgbClr val="001F5F"/>
              </a:solidFill>
              <a:latin typeface="Arial" panose="020B0604020202020204"/>
              <a:cs typeface="Arial" panose="020B0604020202020204"/>
              <a:sym typeface="+mn-ea"/>
            </a:endParaRPr>
          </a:p>
          <a:p>
            <a:pPr marL="12700" marR="5080" indent="1905" algn="ctr">
              <a:lnSpc>
                <a:spcPct val="100000"/>
              </a:lnSpc>
              <a:spcBef>
                <a:spcPts val="100"/>
              </a:spcBef>
            </a:pPr>
            <a:r>
              <a:rPr lang="en-US" altLang="en-US" sz="1800" b="1" spc="-25" dirty="0">
                <a:solidFill>
                  <a:srgbClr val="001F5F"/>
                </a:solidFill>
                <a:latin typeface="Arial" panose="020B0604020202020204"/>
                <a:cs typeface="Arial" panose="020B0604020202020204"/>
                <a:sym typeface="+mn-ea"/>
              </a:rPr>
              <a:t>Company Name: Digantara Research &amp; Technology, contracted with ISTRAC (ISRO), LRDE (DRDO), Air Force, DSA, NTRO and build their own satellites (and i personally working with ISTRAC and </a:t>
            </a:r>
            <a:endParaRPr lang="en-US" altLang="en-US" sz="1800" b="1" spc="-25" dirty="0">
              <a:solidFill>
                <a:srgbClr val="001F5F"/>
              </a:solidFill>
              <a:latin typeface="Arial" panose="020B0604020202020204"/>
              <a:cs typeface="Arial" panose="020B0604020202020204"/>
              <a:sym typeface="+mn-ea"/>
            </a:endParaRPr>
          </a:p>
          <a:p>
            <a:pPr marL="12700" marR="5080" indent="1905" algn="ctr">
              <a:lnSpc>
                <a:spcPct val="100000"/>
              </a:lnSpc>
              <a:spcBef>
                <a:spcPts val="100"/>
              </a:spcBef>
            </a:pPr>
            <a:r>
              <a:rPr lang="en-US" altLang="en-US" sz="1800" b="1" spc="-25" dirty="0">
                <a:solidFill>
                  <a:srgbClr val="001F5F"/>
                </a:solidFill>
                <a:latin typeface="Arial" panose="020B0604020202020204"/>
                <a:cs typeface="Arial" panose="020B0604020202020204"/>
                <a:sym typeface="+mn-ea"/>
              </a:rPr>
              <a:t>LRDE)</a:t>
            </a:r>
            <a:endParaRPr lang="en-US" altLang="en-US" sz="1800" b="1" spc="-25" dirty="0">
              <a:solidFill>
                <a:srgbClr val="001F5F"/>
              </a:solidFill>
              <a:latin typeface="Arial" panose="020B0604020202020204"/>
              <a:cs typeface="Arial" panose="020B0604020202020204"/>
              <a:sym typeface="+mn-ea"/>
            </a:endParaRPr>
          </a:p>
          <a:p>
            <a:pPr marL="12700" marR="5080" indent="1905" algn="ctr">
              <a:lnSpc>
                <a:spcPct val="100000"/>
              </a:lnSpc>
              <a:spcBef>
                <a:spcPts val="100"/>
              </a:spcBef>
            </a:pPr>
            <a:r>
              <a:rPr lang="en-US" altLang="en-US" sz="1800" b="1" spc="-25" dirty="0">
                <a:solidFill>
                  <a:srgbClr val="001F5F"/>
                </a:solidFill>
                <a:latin typeface="Arial" panose="020B0604020202020204"/>
                <a:cs typeface="Arial" panose="020B0604020202020204"/>
                <a:sym typeface="+mn-ea"/>
              </a:rPr>
              <a:t>Designation: SDE-2</a:t>
            </a:r>
            <a:endParaRPr lang="en-US" altLang="en-US" sz="1800" b="1" spc="-25" dirty="0">
              <a:solidFill>
                <a:srgbClr val="001F5F"/>
              </a:solidFill>
              <a:latin typeface="Arial" panose="020B0604020202020204"/>
              <a:cs typeface="Arial" panose="020B0604020202020204"/>
              <a:sym typeface="+mn-ea"/>
            </a:endParaRPr>
          </a:p>
          <a:p>
            <a:pPr marL="12700" marR="5080" indent="1905" algn="ctr">
              <a:lnSpc>
                <a:spcPct val="100000"/>
              </a:lnSpc>
              <a:spcBef>
                <a:spcPts val="100"/>
              </a:spcBef>
            </a:pPr>
            <a:r>
              <a:rPr lang="en-US" altLang="en-US" sz="1800" b="1" spc="-25" dirty="0">
                <a:solidFill>
                  <a:srgbClr val="001F5F"/>
                </a:solidFill>
                <a:latin typeface="Arial" panose="020B0604020202020204"/>
                <a:cs typeface="Arial" panose="020B0604020202020204"/>
                <a:sym typeface="+mn-ea"/>
              </a:rPr>
              <a:t>Location: Bangalore </a:t>
            </a:r>
            <a:endParaRPr lang="en-US" altLang="en-US" sz="1800" b="1" spc="-25" dirty="0">
              <a:solidFill>
                <a:srgbClr val="001F5F"/>
              </a:solidFill>
              <a:latin typeface="Arial" panose="020B0604020202020204"/>
              <a:cs typeface="Arial" panose="020B0604020202020204"/>
              <a:sym typeface="+mn-ea"/>
            </a:endParaRPr>
          </a:p>
          <a:p>
            <a:pPr marL="12700" marR="5080" indent="1905" algn="ctr">
              <a:lnSpc>
                <a:spcPct val="100000"/>
              </a:lnSpc>
              <a:spcBef>
                <a:spcPts val="100"/>
              </a:spcBef>
            </a:pPr>
            <a:r>
              <a:rPr lang="en-US" altLang="en-US" sz="1800" b="1" spc="-25" dirty="0">
                <a:solidFill>
                  <a:srgbClr val="001F5F"/>
                </a:solidFill>
                <a:latin typeface="Arial" panose="020B0604020202020204"/>
                <a:cs typeface="Arial" panose="020B0604020202020204"/>
                <a:sym typeface="+mn-ea"/>
              </a:rPr>
              <a:t>Pass-out Year: 2021</a:t>
            </a:r>
            <a:endParaRPr lang="en-US" altLang="en-US" sz="1800" b="1" spc="-25" dirty="0">
              <a:solidFill>
                <a:srgbClr val="001F5F"/>
              </a:solidFill>
              <a:latin typeface="Arial" panose="020B0604020202020204"/>
              <a:cs typeface="Arial" panose="020B0604020202020204"/>
              <a:sym typeface="+mn-ea"/>
            </a:endParaRPr>
          </a:p>
        </p:txBody>
      </p:sp>
      <p:pic>
        <p:nvPicPr>
          <p:cNvPr id="11" name="Picture 10"/>
          <p:cNvPicPr>
            <a:picLocks noChangeAspect="1"/>
          </p:cNvPicPr>
          <p:nvPr/>
        </p:nvPicPr>
        <p:blipFill>
          <a:blip r:embed="rId3"/>
          <a:stretch>
            <a:fillRect/>
          </a:stretch>
        </p:blipFill>
        <p:spPr>
          <a:xfrm>
            <a:off x="4191000" y="1085850"/>
            <a:ext cx="2085975" cy="2838450"/>
          </a:xfrm>
          <a:prstGeom prst="rect">
            <a:avLst/>
          </a:prstGeom>
        </p:spPr>
      </p:pic>
      <p:pic>
        <p:nvPicPr>
          <p:cNvPr id="14" name="Picture 13"/>
          <p:cNvPicPr>
            <a:picLocks noChangeAspect="1"/>
          </p:cNvPicPr>
          <p:nvPr/>
        </p:nvPicPr>
        <p:blipFill>
          <a:blip r:embed="rId4"/>
          <a:stretch>
            <a:fillRect/>
          </a:stretch>
        </p:blipFill>
        <p:spPr>
          <a:xfrm>
            <a:off x="5943600" y="4038600"/>
            <a:ext cx="1772920" cy="270827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36550" y="274777"/>
            <a:ext cx="12465100" cy="615315"/>
          </a:xfrm>
        </p:spPr>
        <p:txBody>
          <a:bodyPr/>
          <a:p>
            <a:pPr algn="ctr"/>
            <a:r>
              <a:rPr lang="en-US"/>
              <a:t>ALUMNI TALKS IN COLLEGE</a:t>
            </a:r>
            <a:endParaRPr lang="en-US"/>
          </a:p>
        </p:txBody>
      </p:sp>
      <p:sp>
        <p:nvSpPr>
          <p:cNvPr id="3" name="Text Placeholder 2"/>
          <p:cNvSpPr>
            <a:spLocks noGrp="1"/>
          </p:cNvSpPr>
          <p:nvPr>
            <p:ph type="body" idx="1"/>
          </p:nvPr>
        </p:nvSpPr>
        <p:spPr/>
        <p:txBody>
          <a:bodyPr/>
          <a:p>
            <a:endParaRPr lang="en-US"/>
          </a:p>
        </p:txBody>
      </p:sp>
      <p:pic>
        <p:nvPicPr>
          <p:cNvPr id="4" name="Picture 3"/>
          <p:cNvPicPr>
            <a:picLocks noChangeAspect="1"/>
          </p:cNvPicPr>
          <p:nvPr/>
        </p:nvPicPr>
        <p:blipFill>
          <a:blip r:embed="rId1"/>
          <a:stretch>
            <a:fillRect/>
          </a:stretch>
        </p:blipFill>
        <p:spPr>
          <a:xfrm>
            <a:off x="7239000" y="1219200"/>
            <a:ext cx="4343400" cy="4381500"/>
          </a:xfrm>
          <a:prstGeom prst="rect">
            <a:avLst/>
          </a:prstGeom>
        </p:spPr>
      </p:pic>
      <p:pic>
        <p:nvPicPr>
          <p:cNvPr id="5" name="Picture 4"/>
          <p:cNvPicPr>
            <a:picLocks noChangeAspect="1"/>
          </p:cNvPicPr>
          <p:nvPr/>
        </p:nvPicPr>
        <p:blipFill>
          <a:blip r:embed="rId2"/>
          <a:stretch>
            <a:fillRect/>
          </a:stretch>
        </p:blipFill>
        <p:spPr>
          <a:xfrm>
            <a:off x="304800" y="838200"/>
            <a:ext cx="3423920" cy="6087110"/>
          </a:xfrm>
          <a:prstGeom prst="rect">
            <a:avLst/>
          </a:prstGeom>
        </p:spPr>
      </p:pic>
      <p:pic>
        <p:nvPicPr>
          <p:cNvPr id="7" name="Picture 6"/>
          <p:cNvPicPr>
            <a:picLocks noChangeAspect="1"/>
          </p:cNvPicPr>
          <p:nvPr/>
        </p:nvPicPr>
        <p:blipFill>
          <a:blip r:embed="rId3"/>
          <a:stretch>
            <a:fillRect/>
          </a:stretch>
        </p:blipFill>
        <p:spPr>
          <a:xfrm>
            <a:off x="3886200" y="1337945"/>
            <a:ext cx="3183890" cy="551053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pic>
        <p:nvPicPr>
          <p:cNvPr id="4" name="object 4"/>
          <p:cNvPicPr/>
          <p:nvPr/>
        </p:nvPicPr>
        <p:blipFill>
          <a:blip r:embed="rId1" cstate="print"/>
          <a:stretch>
            <a:fillRect/>
          </a:stretch>
        </p:blipFill>
        <p:spPr>
          <a:xfrm>
            <a:off x="1373124" y="856488"/>
            <a:ext cx="7878699" cy="6001512"/>
          </a:xfrm>
          <a:prstGeom prst="rect">
            <a:avLst/>
          </a:prstGeom>
        </p:spPr>
      </p:pic>
      <p:sp>
        <p:nvSpPr>
          <p:cNvPr id="5" name="object 5" descr="$PPTXTitle"/>
          <p:cNvSpPr txBox="1">
            <a:spLocks noGrp="1"/>
          </p:cNvSpPr>
          <p:nvPr>
            <p:ph type="title"/>
          </p:nvPr>
        </p:nvSpPr>
        <p:spPr>
          <a:xfrm>
            <a:off x="1451610" y="205181"/>
            <a:ext cx="10864850" cy="574675"/>
          </a:xfrm>
          <a:prstGeom prst="rect">
            <a:avLst/>
          </a:prstGeom>
        </p:spPr>
        <p:txBody>
          <a:bodyPr vert="horz" wrap="square" lIns="0" tIns="12700" rIns="0" bIns="0" rtlCol="0">
            <a:spAutoFit/>
          </a:bodyPr>
          <a:lstStyle/>
          <a:p>
            <a:pPr marL="12700">
              <a:lnSpc>
                <a:spcPct val="100000"/>
              </a:lnSpc>
              <a:spcBef>
                <a:spcPts val="100"/>
              </a:spcBef>
              <a:tabLst>
                <a:tab pos="9738995" algn="l"/>
                <a:tab pos="10851515" algn="l"/>
              </a:tabLst>
            </a:pPr>
            <a:r>
              <a:rPr sz="3600" dirty="0">
                <a:solidFill>
                  <a:srgbClr val="2D75B6"/>
                </a:solidFill>
              </a:rPr>
              <a:t>Improve</a:t>
            </a:r>
            <a:r>
              <a:rPr sz="3600" spc="-30" dirty="0">
                <a:solidFill>
                  <a:srgbClr val="2D75B6"/>
                </a:solidFill>
              </a:rPr>
              <a:t> </a:t>
            </a:r>
            <a:r>
              <a:rPr sz="3600" spc="70" dirty="0">
                <a:solidFill>
                  <a:srgbClr val="2D75B6"/>
                </a:solidFill>
              </a:rPr>
              <a:t>chapter</a:t>
            </a:r>
            <a:r>
              <a:rPr sz="3600" spc="-30" dirty="0">
                <a:solidFill>
                  <a:srgbClr val="2D75B6"/>
                </a:solidFill>
              </a:rPr>
              <a:t> </a:t>
            </a:r>
            <a:r>
              <a:rPr sz="3600" dirty="0">
                <a:solidFill>
                  <a:srgbClr val="2D75B6"/>
                </a:solidFill>
              </a:rPr>
              <a:t>integration</a:t>
            </a:r>
            <a:r>
              <a:rPr sz="3600" spc="-20" dirty="0">
                <a:solidFill>
                  <a:srgbClr val="2D75B6"/>
                </a:solidFill>
              </a:rPr>
              <a:t> </a:t>
            </a:r>
            <a:r>
              <a:rPr sz="3600" dirty="0">
                <a:solidFill>
                  <a:srgbClr val="2D75B6"/>
                </a:solidFill>
              </a:rPr>
              <a:t>and</a:t>
            </a:r>
            <a:r>
              <a:rPr sz="3600" spc="-5" dirty="0">
                <a:solidFill>
                  <a:srgbClr val="2D75B6"/>
                </a:solidFill>
              </a:rPr>
              <a:t> </a:t>
            </a:r>
            <a:r>
              <a:rPr sz="3600" spc="-10" dirty="0">
                <a:solidFill>
                  <a:srgbClr val="2D75B6"/>
                </a:solidFill>
              </a:rPr>
              <a:t>activities</a:t>
            </a:r>
            <a:r>
              <a:rPr sz="3600" dirty="0">
                <a:solidFill>
                  <a:srgbClr val="2D75B6"/>
                </a:solidFill>
              </a:rPr>
              <a:t>	</a:t>
            </a:r>
            <a:r>
              <a:rPr sz="3600" u="sng" dirty="0">
                <a:solidFill>
                  <a:srgbClr val="2D75B6"/>
                </a:solidFill>
                <a:uFill>
                  <a:solidFill>
                    <a:srgbClr val="44536A"/>
                  </a:solidFill>
                </a:uFill>
              </a:rPr>
              <a:t>	</a:t>
            </a:r>
            <a:endParaRPr sz="3600"/>
          </a:p>
        </p:txBody>
      </p:sp>
      <p:sp>
        <p:nvSpPr>
          <p:cNvPr id="6" name="object 6"/>
          <p:cNvSpPr txBox="1"/>
          <p:nvPr/>
        </p:nvSpPr>
        <p:spPr>
          <a:xfrm>
            <a:off x="882192" y="4699761"/>
            <a:ext cx="71755" cy="299720"/>
          </a:xfrm>
          <a:prstGeom prst="rect">
            <a:avLst/>
          </a:prstGeom>
        </p:spPr>
        <p:txBody>
          <a:bodyPr vert="horz" wrap="square" lIns="0" tIns="12700" rIns="0" bIns="0" rtlCol="0">
            <a:spAutoFit/>
          </a:bodyPr>
          <a:lstStyle/>
          <a:p>
            <a:pPr marL="12700">
              <a:lnSpc>
                <a:spcPct val="100000"/>
              </a:lnSpc>
              <a:spcBef>
                <a:spcPts val="100"/>
              </a:spcBef>
            </a:pPr>
            <a:r>
              <a:rPr sz="1800" spc="-85" dirty="0">
                <a:latin typeface="Arial MT"/>
                <a:cs typeface="Arial MT"/>
              </a:rPr>
              <a:t>.</a:t>
            </a:r>
            <a:endParaRPr sz="1800">
              <a:latin typeface="Arial MT"/>
              <a:cs typeface="Arial MT"/>
            </a:endParaRPr>
          </a:p>
        </p:txBody>
      </p:sp>
      <p:sp>
        <p:nvSpPr>
          <p:cNvPr id="7" name="object 7"/>
          <p:cNvSpPr txBox="1"/>
          <p:nvPr/>
        </p:nvSpPr>
        <p:spPr>
          <a:xfrm>
            <a:off x="1881885" y="1474470"/>
            <a:ext cx="6151245" cy="3079750"/>
          </a:xfrm>
          <a:prstGeom prst="rect">
            <a:avLst/>
          </a:prstGeom>
        </p:spPr>
        <p:txBody>
          <a:bodyPr vert="horz" wrap="square" lIns="0" tIns="12700" rIns="0" bIns="0" rtlCol="0">
            <a:spAutoFit/>
          </a:bodyPr>
          <a:lstStyle/>
          <a:p>
            <a:pPr marL="297815" marR="323850" indent="-285750">
              <a:lnSpc>
                <a:spcPct val="100000"/>
              </a:lnSpc>
              <a:spcBef>
                <a:spcPts val="100"/>
              </a:spcBef>
              <a:buFont typeface="Wingdings" panose="05000000000000000000"/>
              <a:buChar char=""/>
              <a:tabLst>
                <a:tab pos="299085" algn="l"/>
              </a:tabLst>
            </a:pPr>
            <a:r>
              <a:rPr sz="1800" spc="-100" dirty="0">
                <a:solidFill>
                  <a:srgbClr val="001F5F"/>
                </a:solidFill>
                <a:latin typeface="Arial MT"/>
                <a:cs typeface="Arial MT"/>
              </a:rPr>
              <a:t>Chapters</a:t>
            </a:r>
            <a:r>
              <a:rPr sz="1800" spc="-20" dirty="0">
                <a:solidFill>
                  <a:srgbClr val="001F5F"/>
                </a:solidFill>
                <a:latin typeface="Arial MT"/>
                <a:cs typeface="Arial MT"/>
              </a:rPr>
              <a:t> </a:t>
            </a:r>
            <a:r>
              <a:rPr sz="1800" spc="-65" dirty="0">
                <a:solidFill>
                  <a:srgbClr val="001F5F"/>
                </a:solidFill>
                <a:latin typeface="Arial MT"/>
                <a:cs typeface="Arial MT"/>
              </a:rPr>
              <a:t>allow</a:t>
            </a:r>
            <a:r>
              <a:rPr sz="1800" spc="-25" dirty="0">
                <a:solidFill>
                  <a:srgbClr val="001F5F"/>
                </a:solidFill>
                <a:latin typeface="Arial MT"/>
                <a:cs typeface="Arial MT"/>
              </a:rPr>
              <a:t> </a:t>
            </a:r>
            <a:r>
              <a:rPr sz="1800" dirty="0">
                <a:solidFill>
                  <a:srgbClr val="001F5F"/>
                </a:solidFill>
                <a:latin typeface="Arial MT"/>
                <a:cs typeface="Arial MT"/>
              </a:rPr>
              <a:t>the</a:t>
            </a:r>
            <a:r>
              <a:rPr sz="1800" spc="-25" dirty="0">
                <a:solidFill>
                  <a:srgbClr val="001F5F"/>
                </a:solidFill>
                <a:latin typeface="Arial MT"/>
                <a:cs typeface="Arial MT"/>
              </a:rPr>
              <a:t> </a:t>
            </a:r>
            <a:r>
              <a:rPr sz="1800" spc="-65" dirty="0">
                <a:solidFill>
                  <a:srgbClr val="001F5F"/>
                </a:solidFill>
                <a:latin typeface="Arial MT"/>
                <a:cs typeface="Arial MT"/>
              </a:rPr>
              <a:t>face</a:t>
            </a:r>
            <a:r>
              <a:rPr sz="1800" spc="-25" dirty="0">
                <a:solidFill>
                  <a:srgbClr val="001F5F"/>
                </a:solidFill>
                <a:latin typeface="Arial MT"/>
                <a:cs typeface="Arial MT"/>
              </a:rPr>
              <a:t> </a:t>
            </a:r>
            <a:r>
              <a:rPr sz="1800" dirty="0">
                <a:solidFill>
                  <a:srgbClr val="001F5F"/>
                </a:solidFill>
                <a:latin typeface="Arial MT"/>
                <a:cs typeface="Arial MT"/>
              </a:rPr>
              <a:t>to</a:t>
            </a:r>
            <a:r>
              <a:rPr sz="1800" spc="-20" dirty="0">
                <a:solidFill>
                  <a:srgbClr val="001F5F"/>
                </a:solidFill>
                <a:latin typeface="Arial MT"/>
                <a:cs typeface="Arial MT"/>
              </a:rPr>
              <a:t> </a:t>
            </a:r>
            <a:r>
              <a:rPr sz="1800" spc="-65" dirty="0">
                <a:solidFill>
                  <a:srgbClr val="001F5F"/>
                </a:solidFill>
                <a:latin typeface="Arial MT"/>
                <a:cs typeface="Arial MT"/>
              </a:rPr>
              <a:t>face</a:t>
            </a:r>
            <a:r>
              <a:rPr sz="1800" spc="-25" dirty="0">
                <a:solidFill>
                  <a:srgbClr val="001F5F"/>
                </a:solidFill>
                <a:latin typeface="Arial MT"/>
                <a:cs typeface="Arial MT"/>
              </a:rPr>
              <a:t> </a:t>
            </a:r>
            <a:r>
              <a:rPr sz="1800" spc="-55" dirty="0">
                <a:solidFill>
                  <a:srgbClr val="001F5F"/>
                </a:solidFill>
                <a:latin typeface="Arial MT"/>
                <a:cs typeface="Arial MT"/>
              </a:rPr>
              <a:t>connect</a:t>
            </a:r>
            <a:r>
              <a:rPr sz="1800" spc="-20" dirty="0">
                <a:solidFill>
                  <a:srgbClr val="001F5F"/>
                </a:solidFill>
                <a:latin typeface="Arial MT"/>
                <a:cs typeface="Arial MT"/>
              </a:rPr>
              <a:t> </a:t>
            </a:r>
            <a:r>
              <a:rPr sz="1800" dirty="0">
                <a:solidFill>
                  <a:srgbClr val="001F5F"/>
                </a:solidFill>
                <a:latin typeface="Arial MT"/>
                <a:cs typeface="Arial MT"/>
              </a:rPr>
              <a:t>with</a:t>
            </a:r>
            <a:r>
              <a:rPr sz="1800" spc="-25" dirty="0">
                <a:solidFill>
                  <a:srgbClr val="001F5F"/>
                </a:solidFill>
                <a:latin typeface="Arial MT"/>
                <a:cs typeface="Arial MT"/>
              </a:rPr>
              <a:t> </a:t>
            </a:r>
            <a:r>
              <a:rPr sz="1800" dirty="0">
                <a:solidFill>
                  <a:srgbClr val="001F5F"/>
                </a:solidFill>
                <a:latin typeface="Arial MT"/>
                <a:cs typeface="Arial MT"/>
              </a:rPr>
              <a:t>the</a:t>
            </a:r>
            <a:r>
              <a:rPr sz="1800" spc="-20" dirty="0">
                <a:solidFill>
                  <a:srgbClr val="001F5F"/>
                </a:solidFill>
                <a:latin typeface="Arial MT"/>
                <a:cs typeface="Arial MT"/>
              </a:rPr>
              <a:t> </a:t>
            </a:r>
            <a:r>
              <a:rPr sz="1800" spc="-85" dirty="0">
                <a:solidFill>
                  <a:srgbClr val="001F5F"/>
                </a:solidFill>
                <a:latin typeface="Arial MT"/>
                <a:cs typeface="Arial MT"/>
              </a:rPr>
              <a:t>alumni</a:t>
            </a:r>
            <a:r>
              <a:rPr sz="1800" spc="-25" dirty="0">
                <a:solidFill>
                  <a:srgbClr val="001F5F"/>
                </a:solidFill>
                <a:latin typeface="Arial MT"/>
                <a:cs typeface="Arial MT"/>
              </a:rPr>
              <a:t> at </a:t>
            </a:r>
            <a:r>
              <a:rPr sz="1800" spc="-25" dirty="0">
                <a:solidFill>
                  <a:srgbClr val="001F5F"/>
                </a:solidFill>
                <a:latin typeface="Arial MT"/>
                <a:cs typeface="Arial MT"/>
              </a:rPr>
              <a:t>	</a:t>
            </a:r>
            <a:r>
              <a:rPr sz="1800" dirty="0">
                <a:solidFill>
                  <a:srgbClr val="001F5F"/>
                </a:solidFill>
                <a:latin typeface="Arial MT"/>
                <a:cs typeface="Arial MT"/>
              </a:rPr>
              <a:t>the</a:t>
            </a:r>
            <a:r>
              <a:rPr sz="1800" spc="-65" dirty="0">
                <a:solidFill>
                  <a:srgbClr val="001F5F"/>
                </a:solidFill>
                <a:latin typeface="Arial MT"/>
                <a:cs typeface="Arial MT"/>
              </a:rPr>
              <a:t> </a:t>
            </a:r>
            <a:r>
              <a:rPr sz="1800" spc="-155" dirty="0">
                <a:solidFill>
                  <a:srgbClr val="001F5F"/>
                </a:solidFill>
                <a:latin typeface="Arial MT"/>
                <a:cs typeface="Arial MT"/>
              </a:rPr>
              <a:t>same</a:t>
            </a:r>
            <a:r>
              <a:rPr sz="1800" spc="30" dirty="0">
                <a:solidFill>
                  <a:srgbClr val="001F5F"/>
                </a:solidFill>
                <a:latin typeface="Arial MT"/>
                <a:cs typeface="Arial MT"/>
              </a:rPr>
              <a:t> </a:t>
            </a:r>
            <a:r>
              <a:rPr sz="1800" spc="-65" dirty="0">
                <a:solidFill>
                  <a:srgbClr val="001F5F"/>
                </a:solidFill>
                <a:latin typeface="Arial MT"/>
                <a:cs typeface="Arial MT"/>
              </a:rPr>
              <a:t>location.</a:t>
            </a:r>
            <a:r>
              <a:rPr sz="1800" dirty="0">
                <a:solidFill>
                  <a:srgbClr val="001F5F"/>
                </a:solidFill>
                <a:latin typeface="Arial MT"/>
                <a:cs typeface="Arial MT"/>
              </a:rPr>
              <a:t> </a:t>
            </a:r>
            <a:r>
              <a:rPr sz="1800" spc="-140" dirty="0">
                <a:solidFill>
                  <a:srgbClr val="001F5F"/>
                </a:solidFill>
                <a:latin typeface="Arial MT"/>
                <a:cs typeface="Arial MT"/>
              </a:rPr>
              <a:t>There</a:t>
            </a:r>
            <a:r>
              <a:rPr sz="1800" spc="15" dirty="0">
                <a:solidFill>
                  <a:srgbClr val="001F5F"/>
                </a:solidFill>
                <a:latin typeface="Arial MT"/>
                <a:cs typeface="Arial MT"/>
              </a:rPr>
              <a:t> </a:t>
            </a:r>
            <a:r>
              <a:rPr sz="1800" spc="-105" dirty="0">
                <a:solidFill>
                  <a:srgbClr val="001F5F"/>
                </a:solidFill>
                <a:latin typeface="Arial MT"/>
                <a:cs typeface="Arial MT"/>
              </a:rPr>
              <a:t>are</a:t>
            </a:r>
            <a:r>
              <a:rPr sz="1800" spc="-10" dirty="0">
                <a:solidFill>
                  <a:srgbClr val="001F5F"/>
                </a:solidFill>
                <a:latin typeface="Arial MT"/>
                <a:cs typeface="Arial MT"/>
              </a:rPr>
              <a:t> </a:t>
            </a:r>
            <a:r>
              <a:rPr sz="1800" dirty="0">
                <a:solidFill>
                  <a:srgbClr val="001F5F"/>
                </a:solidFill>
                <a:latin typeface="Arial MT"/>
                <a:cs typeface="Arial MT"/>
              </a:rPr>
              <a:t>a</a:t>
            </a:r>
            <a:r>
              <a:rPr sz="1800" spc="-5" dirty="0">
                <a:solidFill>
                  <a:srgbClr val="001F5F"/>
                </a:solidFill>
                <a:latin typeface="Arial MT"/>
                <a:cs typeface="Arial MT"/>
              </a:rPr>
              <a:t> </a:t>
            </a:r>
            <a:r>
              <a:rPr sz="1800" spc="-100" dirty="0">
                <a:solidFill>
                  <a:srgbClr val="001F5F"/>
                </a:solidFill>
                <a:latin typeface="Arial MT"/>
                <a:cs typeface="Arial MT"/>
              </a:rPr>
              <a:t>number</a:t>
            </a:r>
            <a:r>
              <a:rPr sz="1800" dirty="0">
                <a:solidFill>
                  <a:srgbClr val="001F5F"/>
                </a:solidFill>
                <a:latin typeface="Arial MT"/>
                <a:cs typeface="Arial MT"/>
              </a:rPr>
              <a:t> of</a:t>
            </a:r>
            <a:r>
              <a:rPr sz="1800" spc="-5" dirty="0">
                <a:solidFill>
                  <a:srgbClr val="001F5F"/>
                </a:solidFill>
                <a:latin typeface="Arial MT"/>
                <a:cs typeface="Arial MT"/>
              </a:rPr>
              <a:t> </a:t>
            </a:r>
            <a:r>
              <a:rPr sz="1800" spc="-95" dirty="0">
                <a:solidFill>
                  <a:srgbClr val="001F5F"/>
                </a:solidFill>
                <a:latin typeface="Arial MT"/>
                <a:cs typeface="Arial MT"/>
              </a:rPr>
              <a:t>events</a:t>
            </a:r>
            <a:r>
              <a:rPr sz="1800" spc="-10" dirty="0">
                <a:solidFill>
                  <a:srgbClr val="001F5F"/>
                </a:solidFill>
                <a:latin typeface="Arial MT"/>
                <a:cs typeface="Arial MT"/>
              </a:rPr>
              <a:t> </a:t>
            </a:r>
            <a:r>
              <a:rPr sz="1800" spc="-20" dirty="0">
                <a:solidFill>
                  <a:srgbClr val="001F5F"/>
                </a:solidFill>
                <a:latin typeface="Arial MT"/>
                <a:cs typeface="Arial MT"/>
              </a:rPr>
              <a:t>that </a:t>
            </a:r>
            <a:r>
              <a:rPr sz="1800" spc="-20" dirty="0">
                <a:solidFill>
                  <a:srgbClr val="001F5F"/>
                </a:solidFill>
                <a:latin typeface="Arial MT"/>
                <a:cs typeface="Arial MT"/>
              </a:rPr>
              <a:t>	</a:t>
            </a:r>
            <a:r>
              <a:rPr sz="1800" spc="-125" dirty="0">
                <a:solidFill>
                  <a:srgbClr val="001F5F"/>
                </a:solidFill>
                <a:latin typeface="Arial MT"/>
                <a:cs typeface="Arial MT"/>
              </a:rPr>
              <a:t>happen</a:t>
            </a:r>
            <a:r>
              <a:rPr sz="1800" dirty="0">
                <a:solidFill>
                  <a:srgbClr val="001F5F"/>
                </a:solidFill>
                <a:latin typeface="Arial MT"/>
                <a:cs typeface="Arial MT"/>
              </a:rPr>
              <a:t> </a:t>
            </a:r>
            <a:r>
              <a:rPr sz="1800" spc="-114" dirty="0">
                <a:solidFill>
                  <a:srgbClr val="001F5F"/>
                </a:solidFill>
                <a:latin typeface="Arial MT"/>
                <a:cs typeface="Arial MT"/>
              </a:rPr>
              <a:t>and</a:t>
            </a:r>
            <a:r>
              <a:rPr sz="1800" spc="-10" dirty="0">
                <a:solidFill>
                  <a:srgbClr val="001F5F"/>
                </a:solidFill>
                <a:latin typeface="Arial MT"/>
                <a:cs typeface="Arial MT"/>
              </a:rPr>
              <a:t> </a:t>
            </a:r>
            <a:r>
              <a:rPr sz="1800" spc="-70" dirty="0">
                <a:solidFill>
                  <a:srgbClr val="001F5F"/>
                </a:solidFill>
                <a:latin typeface="Arial MT"/>
                <a:cs typeface="Arial MT"/>
              </a:rPr>
              <a:t>create</a:t>
            </a:r>
            <a:r>
              <a:rPr sz="1800" spc="-55" dirty="0">
                <a:solidFill>
                  <a:srgbClr val="001F5F"/>
                </a:solidFill>
                <a:latin typeface="Arial MT"/>
                <a:cs typeface="Arial MT"/>
              </a:rPr>
              <a:t> </a:t>
            </a:r>
            <a:r>
              <a:rPr sz="1800" dirty="0">
                <a:solidFill>
                  <a:srgbClr val="001F5F"/>
                </a:solidFill>
                <a:latin typeface="Arial MT"/>
                <a:cs typeface="Arial MT"/>
              </a:rPr>
              <a:t>a</a:t>
            </a:r>
            <a:r>
              <a:rPr sz="1800" spc="-50" dirty="0">
                <a:solidFill>
                  <a:srgbClr val="001F5F"/>
                </a:solidFill>
                <a:latin typeface="Arial MT"/>
                <a:cs typeface="Arial MT"/>
              </a:rPr>
              <a:t> </a:t>
            </a:r>
            <a:r>
              <a:rPr sz="1800" spc="-90" dirty="0">
                <a:solidFill>
                  <a:srgbClr val="001F5F"/>
                </a:solidFill>
                <a:latin typeface="Arial MT"/>
                <a:cs typeface="Arial MT"/>
              </a:rPr>
              <a:t>good</a:t>
            </a:r>
            <a:r>
              <a:rPr sz="1800" spc="-35" dirty="0">
                <a:solidFill>
                  <a:srgbClr val="001F5F"/>
                </a:solidFill>
                <a:latin typeface="Arial MT"/>
                <a:cs typeface="Arial MT"/>
              </a:rPr>
              <a:t> </a:t>
            </a:r>
            <a:r>
              <a:rPr sz="1800" spc="-60" dirty="0">
                <a:solidFill>
                  <a:srgbClr val="001F5F"/>
                </a:solidFill>
                <a:latin typeface="Arial MT"/>
                <a:cs typeface="Arial MT"/>
              </a:rPr>
              <a:t>feeling</a:t>
            </a:r>
            <a:r>
              <a:rPr sz="1800" spc="-15" dirty="0">
                <a:solidFill>
                  <a:srgbClr val="001F5F"/>
                </a:solidFill>
                <a:latin typeface="Arial MT"/>
                <a:cs typeface="Arial MT"/>
              </a:rPr>
              <a:t> </a:t>
            </a:r>
            <a:r>
              <a:rPr sz="1800" spc="-114" dirty="0">
                <a:solidFill>
                  <a:srgbClr val="001F5F"/>
                </a:solidFill>
                <a:latin typeface="Arial MT"/>
                <a:cs typeface="Arial MT"/>
              </a:rPr>
              <a:t>and</a:t>
            </a:r>
            <a:r>
              <a:rPr sz="1800" spc="-10" dirty="0">
                <a:solidFill>
                  <a:srgbClr val="001F5F"/>
                </a:solidFill>
                <a:latin typeface="Arial MT"/>
                <a:cs typeface="Arial MT"/>
              </a:rPr>
              <a:t> bonding.</a:t>
            </a:r>
            <a:endParaRPr sz="1800">
              <a:latin typeface="Arial MT"/>
              <a:cs typeface="Arial MT"/>
            </a:endParaRPr>
          </a:p>
          <a:p>
            <a:pPr marL="522605" marR="1178560" lvl="1" indent="-285750">
              <a:lnSpc>
                <a:spcPct val="100000"/>
              </a:lnSpc>
              <a:spcBef>
                <a:spcPts val="1940"/>
              </a:spcBef>
              <a:buFont typeface="Wingdings" panose="05000000000000000000"/>
              <a:buChar char=""/>
              <a:tabLst>
                <a:tab pos="523875" algn="l"/>
              </a:tabLst>
            </a:pPr>
            <a:r>
              <a:rPr sz="1800" spc="-85" dirty="0">
                <a:solidFill>
                  <a:srgbClr val="001F5F"/>
                </a:solidFill>
                <a:latin typeface="Arial MT"/>
                <a:cs typeface="Arial MT"/>
              </a:rPr>
              <a:t>Chapter</a:t>
            </a:r>
            <a:r>
              <a:rPr sz="1800" dirty="0">
                <a:solidFill>
                  <a:srgbClr val="001F5F"/>
                </a:solidFill>
                <a:latin typeface="Arial MT"/>
                <a:cs typeface="Arial MT"/>
              </a:rPr>
              <a:t> </a:t>
            </a:r>
            <a:r>
              <a:rPr sz="1800" spc="-50" dirty="0">
                <a:solidFill>
                  <a:srgbClr val="001F5F"/>
                </a:solidFill>
                <a:latin typeface="Arial MT"/>
                <a:cs typeface="Arial MT"/>
              </a:rPr>
              <a:t>activities</a:t>
            </a:r>
            <a:r>
              <a:rPr sz="1800" spc="5" dirty="0">
                <a:solidFill>
                  <a:srgbClr val="001F5F"/>
                </a:solidFill>
                <a:latin typeface="Arial MT"/>
                <a:cs typeface="Arial MT"/>
              </a:rPr>
              <a:t> </a:t>
            </a:r>
            <a:r>
              <a:rPr sz="1800" spc="-110" dirty="0">
                <a:solidFill>
                  <a:srgbClr val="001F5F"/>
                </a:solidFill>
                <a:latin typeface="Arial MT"/>
                <a:cs typeface="Arial MT"/>
              </a:rPr>
              <a:t>increase</a:t>
            </a:r>
            <a:r>
              <a:rPr sz="1800" dirty="0">
                <a:solidFill>
                  <a:srgbClr val="001F5F"/>
                </a:solidFill>
                <a:latin typeface="Arial MT"/>
                <a:cs typeface="Arial MT"/>
              </a:rPr>
              <a:t> </a:t>
            </a:r>
            <a:r>
              <a:rPr sz="1800" spc="-114" dirty="0">
                <a:solidFill>
                  <a:srgbClr val="001F5F"/>
                </a:solidFill>
                <a:latin typeface="Arial MT"/>
                <a:cs typeface="Arial MT"/>
              </a:rPr>
              <a:t>and</a:t>
            </a:r>
            <a:r>
              <a:rPr sz="1800" spc="-5" dirty="0">
                <a:solidFill>
                  <a:srgbClr val="001F5F"/>
                </a:solidFill>
                <a:latin typeface="Arial MT"/>
                <a:cs typeface="Arial MT"/>
              </a:rPr>
              <a:t> </a:t>
            </a:r>
            <a:r>
              <a:rPr sz="1800" spc="-100" dirty="0">
                <a:solidFill>
                  <a:srgbClr val="001F5F"/>
                </a:solidFill>
                <a:latin typeface="Arial MT"/>
                <a:cs typeface="Arial MT"/>
              </a:rPr>
              <a:t>improve</a:t>
            </a:r>
            <a:r>
              <a:rPr sz="1800" spc="15" dirty="0">
                <a:solidFill>
                  <a:srgbClr val="001F5F"/>
                </a:solidFill>
                <a:latin typeface="Arial MT"/>
                <a:cs typeface="Arial MT"/>
              </a:rPr>
              <a:t> </a:t>
            </a:r>
            <a:r>
              <a:rPr sz="1800" spc="-75" dirty="0">
                <a:solidFill>
                  <a:srgbClr val="001F5F"/>
                </a:solidFill>
                <a:latin typeface="Arial MT"/>
                <a:cs typeface="Arial MT"/>
              </a:rPr>
              <a:t>Chapter </a:t>
            </a:r>
            <a:r>
              <a:rPr sz="1800" spc="-75" dirty="0">
                <a:solidFill>
                  <a:srgbClr val="001F5F"/>
                </a:solidFill>
                <a:latin typeface="Arial MT"/>
                <a:cs typeface="Arial MT"/>
              </a:rPr>
              <a:t>	</a:t>
            </a:r>
            <a:r>
              <a:rPr sz="1800" spc="-10" dirty="0">
                <a:solidFill>
                  <a:srgbClr val="001F5F"/>
                </a:solidFill>
                <a:latin typeface="Arial MT"/>
                <a:cs typeface="Arial MT"/>
              </a:rPr>
              <a:t>Accreditation</a:t>
            </a:r>
            <a:endParaRPr sz="1800">
              <a:latin typeface="Arial MT"/>
              <a:cs typeface="Arial MT"/>
            </a:endParaRPr>
          </a:p>
          <a:p>
            <a:pPr marL="655320" lvl="2" indent="-285750">
              <a:lnSpc>
                <a:spcPct val="100000"/>
              </a:lnSpc>
              <a:spcBef>
                <a:spcPts val="1355"/>
              </a:spcBef>
              <a:buFont typeface="Wingdings" panose="05000000000000000000"/>
              <a:buChar char=""/>
              <a:tabLst>
                <a:tab pos="655320" algn="l"/>
              </a:tabLst>
            </a:pPr>
            <a:r>
              <a:rPr sz="1800" spc="-135" dirty="0">
                <a:solidFill>
                  <a:srgbClr val="001F5F"/>
                </a:solidFill>
                <a:latin typeface="Arial MT"/>
                <a:cs typeface="Arial MT"/>
              </a:rPr>
              <a:t>Cross</a:t>
            </a:r>
            <a:r>
              <a:rPr sz="1800" spc="10" dirty="0">
                <a:solidFill>
                  <a:srgbClr val="001F5F"/>
                </a:solidFill>
                <a:latin typeface="Arial MT"/>
                <a:cs typeface="Arial MT"/>
              </a:rPr>
              <a:t> </a:t>
            </a:r>
            <a:r>
              <a:rPr sz="1800" spc="-55" dirty="0">
                <a:solidFill>
                  <a:srgbClr val="001F5F"/>
                </a:solidFill>
                <a:latin typeface="Arial MT"/>
                <a:cs typeface="Arial MT"/>
              </a:rPr>
              <a:t>chapter</a:t>
            </a:r>
            <a:r>
              <a:rPr sz="1800" spc="-35" dirty="0">
                <a:solidFill>
                  <a:srgbClr val="001F5F"/>
                </a:solidFill>
                <a:latin typeface="Arial MT"/>
                <a:cs typeface="Arial MT"/>
              </a:rPr>
              <a:t> </a:t>
            </a:r>
            <a:r>
              <a:rPr sz="1800" spc="-95" dirty="0">
                <a:solidFill>
                  <a:srgbClr val="001F5F"/>
                </a:solidFill>
                <a:latin typeface="Arial MT"/>
                <a:cs typeface="Arial MT"/>
              </a:rPr>
              <a:t>events,</a:t>
            </a:r>
            <a:r>
              <a:rPr sz="1800" spc="-25" dirty="0">
                <a:solidFill>
                  <a:srgbClr val="001F5F"/>
                </a:solidFill>
                <a:latin typeface="Arial MT"/>
                <a:cs typeface="Arial MT"/>
              </a:rPr>
              <a:t> </a:t>
            </a:r>
            <a:r>
              <a:rPr sz="1800" spc="-60" dirty="0">
                <a:solidFill>
                  <a:srgbClr val="001F5F"/>
                </a:solidFill>
                <a:latin typeface="Arial MT"/>
                <a:cs typeface="Arial MT"/>
              </a:rPr>
              <a:t>invitations</a:t>
            </a:r>
            <a:r>
              <a:rPr sz="1800" spc="-10" dirty="0">
                <a:solidFill>
                  <a:srgbClr val="001F5F"/>
                </a:solidFill>
                <a:latin typeface="Arial MT"/>
                <a:cs typeface="Arial MT"/>
              </a:rPr>
              <a:t> </a:t>
            </a:r>
            <a:r>
              <a:rPr sz="1800" spc="-110" dirty="0">
                <a:solidFill>
                  <a:srgbClr val="001F5F"/>
                </a:solidFill>
                <a:latin typeface="Arial MT"/>
                <a:cs typeface="Arial MT"/>
              </a:rPr>
              <a:t>and</a:t>
            </a:r>
            <a:r>
              <a:rPr sz="1800" spc="-10" dirty="0">
                <a:solidFill>
                  <a:srgbClr val="001F5F"/>
                </a:solidFill>
                <a:latin typeface="Arial MT"/>
                <a:cs typeface="Arial MT"/>
              </a:rPr>
              <a:t> participations</a:t>
            </a:r>
            <a:endParaRPr sz="1800">
              <a:latin typeface="Arial MT"/>
              <a:cs typeface="Arial MT"/>
            </a:endParaRPr>
          </a:p>
          <a:p>
            <a:pPr marL="716915" algn="ctr">
              <a:lnSpc>
                <a:spcPct val="100000"/>
              </a:lnSpc>
              <a:spcBef>
                <a:spcPts val="1590"/>
              </a:spcBef>
            </a:pPr>
            <a:r>
              <a:rPr sz="1400" spc="-50" dirty="0">
                <a:solidFill>
                  <a:srgbClr val="FFFFFF"/>
                </a:solidFill>
                <a:latin typeface="Arial MT"/>
                <a:cs typeface="Arial MT"/>
              </a:rPr>
              <a:t>.</a:t>
            </a:r>
            <a:endParaRPr sz="1400">
              <a:latin typeface="Arial MT"/>
              <a:cs typeface="Arial MT"/>
            </a:endParaRPr>
          </a:p>
          <a:p>
            <a:pPr marL="817245" lvl="3" indent="-286385">
              <a:lnSpc>
                <a:spcPct val="100000"/>
              </a:lnSpc>
              <a:spcBef>
                <a:spcPts val="200"/>
              </a:spcBef>
              <a:buFont typeface="Wingdings" panose="05000000000000000000"/>
              <a:buChar char=""/>
              <a:tabLst>
                <a:tab pos="816610" algn="l"/>
              </a:tabLst>
            </a:pPr>
            <a:r>
              <a:rPr sz="1800" spc="-110" dirty="0">
                <a:solidFill>
                  <a:srgbClr val="001F5F"/>
                </a:solidFill>
                <a:latin typeface="Arial MT"/>
                <a:cs typeface="Arial MT"/>
              </a:rPr>
              <a:t>Communication</a:t>
            </a:r>
            <a:r>
              <a:rPr sz="1800" spc="-10" dirty="0">
                <a:solidFill>
                  <a:srgbClr val="001F5F"/>
                </a:solidFill>
                <a:latin typeface="Arial MT"/>
                <a:cs typeface="Arial MT"/>
              </a:rPr>
              <a:t> </a:t>
            </a:r>
            <a:r>
              <a:rPr sz="1800" spc="-105" dirty="0">
                <a:solidFill>
                  <a:srgbClr val="001F5F"/>
                </a:solidFill>
                <a:latin typeface="Arial MT"/>
                <a:cs typeface="Arial MT"/>
              </a:rPr>
              <a:t>groups</a:t>
            </a:r>
            <a:r>
              <a:rPr sz="1800" spc="-15" dirty="0">
                <a:solidFill>
                  <a:srgbClr val="001F5F"/>
                </a:solidFill>
                <a:latin typeface="Arial MT"/>
                <a:cs typeface="Arial MT"/>
              </a:rPr>
              <a:t> </a:t>
            </a:r>
            <a:r>
              <a:rPr sz="1800" spc="-30" dirty="0">
                <a:solidFill>
                  <a:srgbClr val="001F5F"/>
                </a:solidFill>
                <a:latin typeface="Arial MT"/>
                <a:cs typeface="Arial MT"/>
              </a:rPr>
              <a:t>within</a:t>
            </a:r>
            <a:r>
              <a:rPr sz="1800" spc="-10" dirty="0">
                <a:solidFill>
                  <a:srgbClr val="001F5F"/>
                </a:solidFill>
                <a:latin typeface="Arial MT"/>
                <a:cs typeface="Arial MT"/>
              </a:rPr>
              <a:t> </a:t>
            </a:r>
            <a:r>
              <a:rPr sz="1800" dirty="0">
                <a:solidFill>
                  <a:srgbClr val="001F5F"/>
                </a:solidFill>
                <a:latin typeface="Arial MT"/>
                <a:cs typeface="Arial MT"/>
              </a:rPr>
              <a:t>the </a:t>
            </a:r>
            <a:r>
              <a:rPr sz="1800" spc="-55" dirty="0">
                <a:solidFill>
                  <a:srgbClr val="001F5F"/>
                </a:solidFill>
                <a:latin typeface="Arial MT"/>
                <a:cs typeface="Arial MT"/>
              </a:rPr>
              <a:t>chapter</a:t>
            </a:r>
            <a:r>
              <a:rPr sz="1800" spc="-15" dirty="0">
                <a:solidFill>
                  <a:srgbClr val="001F5F"/>
                </a:solidFill>
                <a:latin typeface="Arial MT"/>
                <a:cs typeface="Arial MT"/>
              </a:rPr>
              <a:t> </a:t>
            </a:r>
            <a:r>
              <a:rPr sz="1800" spc="-114" dirty="0">
                <a:solidFill>
                  <a:srgbClr val="001F5F"/>
                </a:solidFill>
                <a:latin typeface="Arial MT"/>
                <a:cs typeface="Arial MT"/>
              </a:rPr>
              <a:t>and</a:t>
            </a:r>
            <a:r>
              <a:rPr sz="1800" spc="-10" dirty="0">
                <a:solidFill>
                  <a:srgbClr val="001F5F"/>
                </a:solidFill>
                <a:latin typeface="Arial MT"/>
                <a:cs typeface="Arial MT"/>
              </a:rPr>
              <a:t> </a:t>
            </a:r>
            <a:r>
              <a:rPr sz="1800" spc="-120" dirty="0">
                <a:solidFill>
                  <a:srgbClr val="001F5F"/>
                </a:solidFill>
                <a:latin typeface="Arial MT"/>
                <a:cs typeface="Arial MT"/>
              </a:rPr>
              <a:t>across</a:t>
            </a:r>
            <a:r>
              <a:rPr sz="1800" spc="-5" dirty="0">
                <a:solidFill>
                  <a:srgbClr val="001F5F"/>
                </a:solidFill>
                <a:latin typeface="Arial MT"/>
                <a:cs typeface="Arial MT"/>
              </a:rPr>
              <a:t> </a:t>
            </a:r>
            <a:r>
              <a:rPr sz="1800" spc="-25" dirty="0">
                <a:solidFill>
                  <a:srgbClr val="001F5F"/>
                </a:solidFill>
                <a:latin typeface="Arial MT"/>
                <a:cs typeface="Arial MT"/>
              </a:rPr>
              <a:t>the</a:t>
            </a:r>
            <a:endParaRPr sz="1800">
              <a:latin typeface="Arial MT"/>
              <a:cs typeface="Arial MT"/>
            </a:endParaRPr>
          </a:p>
          <a:p>
            <a:pPr marL="817880">
              <a:lnSpc>
                <a:spcPct val="100000"/>
              </a:lnSpc>
            </a:pPr>
            <a:r>
              <a:rPr sz="1800" spc="-10" dirty="0">
                <a:solidFill>
                  <a:srgbClr val="001F5F"/>
                </a:solidFill>
                <a:latin typeface="Arial MT"/>
                <a:cs typeface="Arial MT"/>
              </a:rPr>
              <a:t>chapters.</a:t>
            </a:r>
            <a:endParaRPr sz="1800">
              <a:latin typeface="Arial MT"/>
              <a:cs typeface="Arial MT"/>
            </a:endParaRPr>
          </a:p>
        </p:txBody>
      </p:sp>
      <p:sp>
        <p:nvSpPr>
          <p:cNvPr id="8" name="object 8"/>
          <p:cNvSpPr txBox="1"/>
          <p:nvPr/>
        </p:nvSpPr>
        <p:spPr>
          <a:xfrm>
            <a:off x="2629280" y="4752594"/>
            <a:ext cx="5944235" cy="1397635"/>
          </a:xfrm>
          <a:prstGeom prst="rect">
            <a:avLst/>
          </a:prstGeom>
        </p:spPr>
        <p:txBody>
          <a:bodyPr vert="horz" wrap="square" lIns="0" tIns="12700" rIns="0" bIns="0" rtlCol="0">
            <a:spAutoFit/>
          </a:bodyPr>
          <a:lstStyle/>
          <a:p>
            <a:pPr marL="297815" marR="5080" indent="-285750">
              <a:lnSpc>
                <a:spcPct val="100000"/>
              </a:lnSpc>
              <a:spcBef>
                <a:spcPts val="100"/>
              </a:spcBef>
              <a:buFont typeface="Wingdings" panose="05000000000000000000"/>
              <a:buChar char=""/>
              <a:tabLst>
                <a:tab pos="299085" algn="l"/>
              </a:tabLst>
            </a:pPr>
            <a:r>
              <a:rPr sz="1800" spc="-60" dirty="0">
                <a:solidFill>
                  <a:srgbClr val="001F5F"/>
                </a:solidFill>
                <a:latin typeface="Arial MT"/>
                <a:cs typeface="Arial MT"/>
              </a:rPr>
              <a:t>Almost</a:t>
            </a:r>
            <a:r>
              <a:rPr sz="1800" spc="-65" dirty="0">
                <a:solidFill>
                  <a:srgbClr val="001F5F"/>
                </a:solidFill>
                <a:latin typeface="Arial MT"/>
                <a:cs typeface="Arial MT"/>
              </a:rPr>
              <a:t> </a:t>
            </a:r>
            <a:r>
              <a:rPr sz="1800" dirty="0">
                <a:solidFill>
                  <a:srgbClr val="001F5F"/>
                </a:solidFill>
                <a:latin typeface="Arial MT"/>
                <a:cs typeface="Arial MT"/>
              </a:rPr>
              <a:t>all</a:t>
            </a:r>
            <a:r>
              <a:rPr sz="1800" spc="-114" dirty="0">
                <a:solidFill>
                  <a:srgbClr val="001F5F"/>
                </a:solidFill>
                <a:latin typeface="Arial MT"/>
                <a:cs typeface="Arial MT"/>
              </a:rPr>
              <a:t> </a:t>
            </a:r>
            <a:r>
              <a:rPr sz="1800" spc="-70" dirty="0">
                <a:solidFill>
                  <a:srgbClr val="001F5F"/>
                </a:solidFill>
                <a:latin typeface="Arial MT"/>
                <a:cs typeface="Arial MT"/>
              </a:rPr>
              <a:t>chapters</a:t>
            </a:r>
            <a:r>
              <a:rPr sz="1800" spc="-40" dirty="0">
                <a:solidFill>
                  <a:srgbClr val="001F5F"/>
                </a:solidFill>
                <a:latin typeface="Arial MT"/>
                <a:cs typeface="Arial MT"/>
              </a:rPr>
              <a:t> </a:t>
            </a:r>
            <a:r>
              <a:rPr sz="1800" spc="-135" dirty="0">
                <a:solidFill>
                  <a:srgbClr val="001F5F"/>
                </a:solidFill>
                <a:latin typeface="Arial MT"/>
                <a:cs typeface="Arial MT"/>
              </a:rPr>
              <a:t>have</a:t>
            </a:r>
            <a:r>
              <a:rPr sz="1800" spc="10" dirty="0">
                <a:solidFill>
                  <a:srgbClr val="001F5F"/>
                </a:solidFill>
                <a:latin typeface="Arial MT"/>
                <a:cs typeface="Arial MT"/>
              </a:rPr>
              <a:t> </a:t>
            </a:r>
            <a:r>
              <a:rPr sz="1800" dirty="0">
                <a:solidFill>
                  <a:srgbClr val="001F5F"/>
                </a:solidFill>
                <a:latin typeface="Arial MT"/>
                <a:cs typeface="Arial MT"/>
              </a:rPr>
              <a:t>the</a:t>
            </a:r>
            <a:r>
              <a:rPr sz="1800" spc="-30" dirty="0">
                <a:solidFill>
                  <a:srgbClr val="001F5F"/>
                </a:solidFill>
                <a:latin typeface="Arial MT"/>
                <a:cs typeface="Arial MT"/>
              </a:rPr>
              <a:t> </a:t>
            </a:r>
            <a:r>
              <a:rPr sz="1800" spc="-70" dirty="0">
                <a:solidFill>
                  <a:srgbClr val="001F5F"/>
                </a:solidFill>
                <a:latin typeface="Arial MT"/>
                <a:cs typeface="Arial MT"/>
              </a:rPr>
              <a:t>regular</a:t>
            </a:r>
            <a:r>
              <a:rPr sz="1800" spc="-35" dirty="0">
                <a:solidFill>
                  <a:srgbClr val="001F5F"/>
                </a:solidFill>
                <a:latin typeface="Arial MT"/>
                <a:cs typeface="Arial MT"/>
              </a:rPr>
              <a:t> </a:t>
            </a:r>
            <a:r>
              <a:rPr sz="1800" spc="-50" dirty="0">
                <a:solidFill>
                  <a:srgbClr val="001F5F"/>
                </a:solidFill>
                <a:latin typeface="Arial MT"/>
                <a:cs typeface="Arial MT"/>
              </a:rPr>
              <a:t>family</a:t>
            </a:r>
            <a:r>
              <a:rPr sz="1800" spc="-30" dirty="0">
                <a:solidFill>
                  <a:srgbClr val="001F5F"/>
                </a:solidFill>
                <a:latin typeface="Arial MT"/>
                <a:cs typeface="Arial MT"/>
              </a:rPr>
              <a:t> </a:t>
            </a:r>
            <a:r>
              <a:rPr sz="1800" spc="-145" dirty="0">
                <a:solidFill>
                  <a:srgbClr val="001F5F"/>
                </a:solidFill>
                <a:latin typeface="Arial MT"/>
                <a:cs typeface="Arial MT"/>
              </a:rPr>
              <a:t>sessions.</a:t>
            </a:r>
            <a:r>
              <a:rPr sz="1800" spc="20" dirty="0">
                <a:solidFill>
                  <a:srgbClr val="001F5F"/>
                </a:solidFill>
                <a:latin typeface="Arial MT"/>
                <a:cs typeface="Arial MT"/>
              </a:rPr>
              <a:t> </a:t>
            </a:r>
            <a:r>
              <a:rPr sz="1800" spc="-10" dirty="0">
                <a:solidFill>
                  <a:srgbClr val="001F5F"/>
                </a:solidFill>
                <a:latin typeface="Arial MT"/>
                <a:cs typeface="Arial MT"/>
              </a:rPr>
              <a:t>Active </a:t>
            </a:r>
            <a:r>
              <a:rPr sz="1800" spc="-10" dirty="0">
                <a:solidFill>
                  <a:srgbClr val="001F5F"/>
                </a:solidFill>
                <a:latin typeface="Arial MT"/>
                <a:cs typeface="Arial MT"/>
              </a:rPr>
              <a:t>	</a:t>
            </a:r>
            <a:r>
              <a:rPr sz="1800" spc="-80" dirty="0">
                <a:solidFill>
                  <a:srgbClr val="001F5F"/>
                </a:solidFill>
                <a:latin typeface="Arial MT"/>
                <a:cs typeface="Arial MT"/>
              </a:rPr>
              <a:t>chapters</a:t>
            </a:r>
            <a:r>
              <a:rPr sz="1800" spc="-20" dirty="0">
                <a:solidFill>
                  <a:srgbClr val="001F5F"/>
                </a:solidFill>
                <a:latin typeface="Arial MT"/>
                <a:cs typeface="Arial MT"/>
              </a:rPr>
              <a:t> </a:t>
            </a:r>
            <a:r>
              <a:rPr sz="1800" spc="-70" dirty="0">
                <a:solidFill>
                  <a:srgbClr val="001F5F"/>
                </a:solidFill>
                <a:latin typeface="Arial MT"/>
                <a:cs typeface="Arial MT"/>
              </a:rPr>
              <a:t>include</a:t>
            </a:r>
            <a:r>
              <a:rPr sz="1800" dirty="0">
                <a:solidFill>
                  <a:srgbClr val="001F5F"/>
                </a:solidFill>
                <a:latin typeface="Arial MT"/>
                <a:cs typeface="Arial MT"/>
              </a:rPr>
              <a:t> </a:t>
            </a:r>
            <a:r>
              <a:rPr sz="1800" spc="-70" dirty="0">
                <a:solidFill>
                  <a:srgbClr val="001F5F"/>
                </a:solidFill>
                <a:latin typeface="Arial MT"/>
                <a:cs typeface="Arial MT"/>
              </a:rPr>
              <a:t>those</a:t>
            </a:r>
            <a:r>
              <a:rPr sz="1800" spc="-5" dirty="0">
                <a:solidFill>
                  <a:srgbClr val="001F5F"/>
                </a:solidFill>
                <a:latin typeface="Arial MT"/>
                <a:cs typeface="Arial MT"/>
              </a:rPr>
              <a:t> </a:t>
            </a:r>
            <a:r>
              <a:rPr sz="1800" dirty="0">
                <a:solidFill>
                  <a:srgbClr val="001F5F"/>
                </a:solidFill>
                <a:latin typeface="Arial MT"/>
                <a:cs typeface="Arial MT"/>
              </a:rPr>
              <a:t>in </a:t>
            </a:r>
            <a:r>
              <a:rPr sz="1800" spc="-140" dirty="0">
                <a:solidFill>
                  <a:srgbClr val="001F5F"/>
                </a:solidFill>
                <a:latin typeface="Arial MT"/>
                <a:cs typeface="Arial MT"/>
              </a:rPr>
              <a:t>Singapore,</a:t>
            </a:r>
            <a:r>
              <a:rPr sz="1800" spc="15" dirty="0">
                <a:solidFill>
                  <a:srgbClr val="001F5F"/>
                </a:solidFill>
                <a:latin typeface="Arial MT"/>
                <a:cs typeface="Arial MT"/>
              </a:rPr>
              <a:t> </a:t>
            </a:r>
            <a:r>
              <a:rPr sz="1800" spc="-125" dirty="0">
                <a:solidFill>
                  <a:srgbClr val="001F5F"/>
                </a:solidFill>
                <a:latin typeface="Arial MT"/>
                <a:cs typeface="Arial MT"/>
              </a:rPr>
              <a:t>London,</a:t>
            </a:r>
            <a:r>
              <a:rPr sz="1800" spc="5" dirty="0">
                <a:solidFill>
                  <a:srgbClr val="001F5F"/>
                </a:solidFill>
                <a:latin typeface="Arial MT"/>
                <a:cs typeface="Arial MT"/>
              </a:rPr>
              <a:t> </a:t>
            </a:r>
            <a:r>
              <a:rPr sz="1800" spc="-95" dirty="0">
                <a:solidFill>
                  <a:srgbClr val="001F5F"/>
                </a:solidFill>
                <a:latin typeface="Arial MT"/>
                <a:cs typeface="Arial MT"/>
              </a:rPr>
              <a:t>Silicon</a:t>
            </a:r>
            <a:r>
              <a:rPr sz="1800" dirty="0">
                <a:solidFill>
                  <a:srgbClr val="001F5F"/>
                </a:solidFill>
                <a:latin typeface="Arial MT"/>
                <a:cs typeface="Arial MT"/>
              </a:rPr>
              <a:t> </a:t>
            </a:r>
            <a:r>
              <a:rPr sz="1800" spc="-10" dirty="0">
                <a:solidFill>
                  <a:srgbClr val="001F5F"/>
                </a:solidFill>
                <a:latin typeface="Arial MT"/>
                <a:cs typeface="Arial MT"/>
              </a:rPr>
              <a:t>Valley, </a:t>
            </a:r>
            <a:r>
              <a:rPr sz="1800" spc="-10" dirty="0">
                <a:solidFill>
                  <a:srgbClr val="001F5F"/>
                </a:solidFill>
                <a:latin typeface="Arial MT"/>
                <a:cs typeface="Arial MT"/>
              </a:rPr>
              <a:t>	</a:t>
            </a:r>
            <a:r>
              <a:rPr sz="1800" spc="-135" dirty="0">
                <a:solidFill>
                  <a:srgbClr val="001F5F"/>
                </a:solidFill>
                <a:latin typeface="Arial MT"/>
                <a:cs typeface="Arial MT"/>
              </a:rPr>
              <a:t>East</a:t>
            </a:r>
            <a:r>
              <a:rPr sz="1800" dirty="0">
                <a:solidFill>
                  <a:srgbClr val="001F5F"/>
                </a:solidFill>
                <a:latin typeface="Arial MT"/>
                <a:cs typeface="Arial MT"/>
              </a:rPr>
              <a:t> </a:t>
            </a:r>
            <a:r>
              <a:rPr sz="1800" spc="-75" dirty="0">
                <a:solidFill>
                  <a:srgbClr val="001F5F"/>
                </a:solidFill>
                <a:latin typeface="Arial MT"/>
                <a:cs typeface="Arial MT"/>
              </a:rPr>
              <a:t>coast,</a:t>
            </a:r>
            <a:r>
              <a:rPr sz="1800" spc="-50" dirty="0">
                <a:solidFill>
                  <a:srgbClr val="001F5F"/>
                </a:solidFill>
                <a:latin typeface="Arial MT"/>
                <a:cs typeface="Arial MT"/>
              </a:rPr>
              <a:t> </a:t>
            </a:r>
            <a:r>
              <a:rPr sz="1800" spc="-70" dirty="0">
                <a:solidFill>
                  <a:srgbClr val="001F5F"/>
                </a:solidFill>
                <a:latin typeface="Arial MT"/>
                <a:cs typeface="Arial MT"/>
              </a:rPr>
              <a:t>Delhi,</a:t>
            </a:r>
            <a:r>
              <a:rPr sz="1800" dirty="0">
                <a:solidFill>
                  <a:srgbClr val="001F5F"/>
                </a:solidFill>
                <a:latin typeface="Arial MT"/>
                <a:cs typeface="Arial MT"/>
              </a:rPr>
              <a:t> </a:t>
            </a:r>
            <a:r>
              <a:rPr sz="1800" spc="-40" dirty="0">
                <a:solidFill>
                  <a:srgbClr val="001F5F"/>
                </a:solidFill>
                <a:latin typeface="Arial MT"/>
                <a:cs typeface="Arial MT"/>
              </a:rPr>
              <a:t>Outer</a:t>
            </a:r>
            <a:r>
              <a:rPr sz="1800" spc="-10" dirty="0">
                <a:solidFill>
                  <a:srgbClr val="001F5F"/>
                </a:solidFill>
                <a:latin typeface="Arial MT"/>
                <a:cs typeface="Arial MT"/>
              </a:rPr>
              <a:t> </a:t>
            </a:r>
            <a:r>
              <a:rPr sz="1800" spc="-80" dirty="0">
                <a:solidFill>
                  <a:srgbClr val="001F5F"/>
                </a:solidFill>
                <a:latin typeface="Arial MT"/>
                <a:cs typeface="Arial MT"/>
              </a:rPr>
              <a:t>Delhi,</a:t>
            </a:r>
            <a:r>
              <a:rPr sz="1800" spc="5" dirty="0">
                <a:solidFill>
                  <a:srgbClr val="001F5F"/>
                </a:solidFill>
                <a:latin typeface="Arial MT"/>
                <a:cs typeface="Arial MT"/>
              </a:rPr>
              <a:t> </a:t>
            </a:r>
            <a:r>
              <a:rPr sz="1800" spc="-130" dirty="0">
                <a:solidFill>
                  <a:srgbClr val="001F5F"/>
                </a:solidFill>
                <a:latin typeface="Arial MT"/>
                <a:cs typeface="Arial MT"/>
              </a:rPr>
              <a:t>Bangalore,</a:t>
            </a:r>
            <a:r>
              <a:rPr sz="1800" spc="5" dirty="0">
                <a:solidFill>
                  <a:srgbClr val="001F5F"/>
                </a:solidFill>
                <a:latin typeface="Arial MT"/>
                <a:cs typeface="Arial MT"/>
              </a:rPr>
              <a:t> </a:t>
            </a:r>
            <a:r>
              <a:rPr sz="1800" spc="-95" dirty="0">
                <a:solidFill>
                  <a:srgbClr val="001F5F"/>
                </a:solidFill>
                <a:latin typeface="Arial MT"/>
                <a:cs typeface="Arial MT"/>
              </a:rPr>
              <a:t>Mumbai,</a:t>
            </a:r>
            <a:r>
              <a:rPr sz="1800" spc="-5" dirty="0">
                <a:solidFill>
                  <a:srgbClr val="001F5F"/>
                </a:solidFill>
                <a:latin typeface="Arial MT"/>
                <a:cs typeface="Arial MT"/>
              </a:rPr>
              <a:t> </a:t>
            </a:r>
            <a:r>
              <a:rPr sz="1800" spc="-10" dirty="0">
                <a:solidFill>
                  <a:srgbClr val="001F5F"/>
                </a:solidFill>
                <a:latin typeface="Arial MT"/>
                <a:cs typeface="Arial MT"/>
              </a:rPr>
              <a:t>Pune, </a:t>
            </a:r>
            <a:r>
              <a:rPr sz="1800" spc="-10" dirty="0">
                <a:solidFill>
                  <a:srgbClr val="001F5F"/>
                </a:solidFill>
                <a:latin typeface="Arial MT"/>
                <a:cs typeface="Arial MT"/>
              </a:rPr>
              <a:t>	</a:t>
            </a:r>
            <a:r>
              <a:rPr sz="1800" spc="-140" dirty="0">
                <a:solidFill>
                  <a:srgbClr val="001F5F"/>
                </a:solidFill>
                <a:latin typeface="Arial MT"/>
                <a:cs typeface="Arial MT"/>
              </a:rPr>
              <a:t>Hyderabad,</a:t>
            </a:r>
            <a:r>
              <a:rPr sz="1800" spc="15" dirty="0">
                <a:solidFill>
                  <a:srgbClr val="001F5F"/>
                </a:solidFill>
                <a:latin typeface="Arial MT"/>
                <a:cs typeface="Arial MT"/>
              </a:rPr>
              <a:t> </a:t>
            </a:r>
            <a:r>
              <a:rPr sz="1800" spc="-160" dirty="0">
                <a:solidFill>
                  <a:srgbClr val="001F5F"/>
                </a:solidFill>
                <a:latin typeface="Arial MT"/>
                <a:cs typeface="Arial MT"/>
              </a:rPr>
              <a:t>Jaipur,</a:t>
            </a:r>
            <a:r>
              <a:rPr sz="1800" spc="35" dirty="0">
                <a:solidFill>
                  <a:srgbClr val="001F5F"/>
                </a:solidFill>
                <a:latin typeface="Arial MT"/>
                <a:cs typeface="Arial MT"/>
              </a:rPr>
              <a:t> </a:t>
            </a:r>
            <a:r>
              <a:rPr sz="1800" spc="-165" dirty="0">
                <a:solidFill>
                  <a:srgbClr val="001F5F"/>
                </a:solidFill>
                <a:latin typeface="Arial MT"/>
                <a:cs typeface="Arial MT"/>
              </a:rPr>
              <a:t>Canada.</a:t>
            </a:r>
            <a:r>
              <a:rPr sz="1800" spc="40" dirty="0">
                <a:solidFill>
                  <a:srgbClr val="001F5F"/>
                </a:solidFill>
                <a:latin typeface="Arial MT"/>
                <a:cs typeface="Arial MT"/>
              </a:rPr>
              <a:t> </a:t>
            </a:r>
            <a:r>
              <a:rPr sz="1800" spc="-140" dirty="0">
                <a:solidFill>
                  <a:srgbClr val="001F5F"/>
                </a:solidFill>
                <a:latin typeface="Arial MT"/>
                <a:cs typeface="Arial MT"/>
              </a:rPr>
              <a:t>There</a:t>
            </a:r>
            <a:r>
              <a:rPr sz="1800" spc="15" dirty="0">
                <a:solidFill>
                  <a:srgbClr val="001F5F"/>
                </a:solidFill>
                <a:latin typeface="Arial MT"/>
                <a:cs typeface="Arial MT"/>
              </a:rPr>
              <a:t> </a:t>
            </a:r>
            <a:r>
              <a:rPr sz="1800" spc="-105" dirty="0">
                <a:solidFill>
                  <a:srgbClr val="001F5F"/>
                </a:solidFill>
                <a:latin typeface="Arial MT"/>
                <a:cs typeface="Arial MT"/>
              </a:rPr>
              <a:t>are</a:t>
            </a:r>
            <a:r>
              <a:rPr sz="1800" spc="-5" dirty="0">
                <a:solidFill>
                  <a:srgbClr val="001F5F"/>
                </a:solidFill>
                <a:latin typeface="Arial MT"/>
                <a:cs typeface="Arial MT"/>
              </a:rPr>
              <a:t> </a:t>
            </a:r>
            <a:r>
              <a:rPr sz="1800" spc="-105" dirty="0">
                <a:solidFill>
                  <a:srgbClr val="001F5F"/>
                </a:solidFill>
                <a:latin typeface="Arial MT"/>
                <a:cs typeface="Arial MT"/>
              </a:rPr>
              <a:t>groups</a:t>
            </a:r>
            <a:r>
              <a:rPr sz="1800" spc="15" dirty="0">
                <a:solidFill>
                  <a:srgbClr val="001F5F"/>
                </a:solidFill>
                <a:latin typeface="Arial MT"/>
                <a:cs typeface="Arial MT"/>
              </a:rPr>
              <a:t> </a:t>
            </a:r>
            <a:r>
              <a:rPr sz="1800" spc="-70" dirty="0">
                <a:solidFill>
                  <a:srgbClr val="001F5F"/>
                </a:solidFill>
                <a:latin typeface="Arial MT"/>
                <a:cs typeface="Arial MT"/>
              </a:rPr>
              <a:t>which</a:t>
            </a:r>
            <a:r>
              <a:rPr sz="1800" spc="25" dirty="0">
                <a:solidFill>
                  <a:srgbClr val="001F5F"/>
                </a:solidFill>
                <a:latin typeface="Arial MT"/>
                <a:cs typeface="Arial MT"/>
              </a:rPr>
              <a:t> </a:t>
            </a:r>
            <a:r>
              <a:rPr sz="1800" spc="-105" dirty="0">
                <a:solidFill>
                  <a:srgbClr val="001F5F"/>
                </a:solidFill>
                <a:latin typeface="Arial MT"/>
                <a:cs typeface="Arial MT"/>
              </a:rPr>
              <a:t>are</a:t>
            </a:r>
            <a:r>
              <a:rPr sz="1800" spc="20" dirty="0">
                <a:solidFill>
                  <a:srgbClr val="001F5F"/>
                </a:solidFill>
                <a:latin typeface="Arial MT"/>
                <a:cs typeface="Arial MT"/>
              </a:rPr>
              <a:t> </a:t>
            </a:r>
            <a:r>
              <a:rPr sz="1800" spc="-20" dirty="0">
                <a:solidFill>
                  <a:srgbClr val="001F5F"/>
                </a:solidFill>
                <a:latin typeface="Arial MT"/>
                <a:cs typeface="Arial MT"/>
              </a:rPr>
              <a:t>active </a:t>
            </a:r>
            <a:r>
              <a:rPr sz="1800" spc="-20" dirty="0">
                <a:solidFill>
                  <a:srgbClr val="001F5F"/>
                </a:solidFill>
                <a:latin typeface="Arial MT"/>
                <a:cs typeface="Arial MT"/>
              </a:rPr>
              <a:t>	</a:t>
            </a:r>
            <a:r>
              <a:rPr sz="1800" dirty="0">
                <a:solidFill>
                  <a:srgbClr val="001F5F"/>
                </a:solidFill>
                <a:latin typeface="Arial MT"/>
                <a:cs typeface="Arial MT"/>
              </a:rPr>
              <a:t>in</a:t>
            </a:r>
            <a:r>
              <a:rPr sz="1800" spc="-60" dirty="0">
                <a:solidFill>
                  <a:srgbClr val="001F5F"/>
                </a:solidFill>
                <a:latin typeface="Arial MT"/>
                <a:cs typeface="Arial MT"/>
              </a:rPr>
              <a:t> </a:t>
            </a:r>
            <a:r>
              <a:rPr sz="1800" spc="-95" dirty="0">
                <a:solidFill>
                  <a:srgbClr val="001F5F"/>
                </a:solidFill>
                <a:latin typeface="Arial MT"/>
                <a:cs typeface="Arial MT"/>
              </a:rPr>
              <a:t>Gujarat</a:t>
            </a:r>
            <a:r>
              <a:rPr sz="1800" spc="-15" dirty="0">
                <a:solidFill>
                  <a:srgbClr val="001F5F"/>
                </a:solidFill>
                <a:latin typeface="Arial MT"/>
                <a:cs typeface="Arial MT"/>
              </a:rPr>
              <a:t> </a:t>
            </a:r>
            <a:r>
              <a:rPr sz="1800" dirty="0">
                <a:solidFill>
                  <a:srgbClr val="001F5F"/>
                </a:solidFill>
                <a:latin typeface="Arial MT"/>
                <a:cs typeface="Arial MT"/>
              </a:rPr>
              <a:t>, </a:t>
            </a:r>
            <a:r>
              <a:rPr sz="1800" spc="-70" dirty="0">
                <a:solidFill>
                  <a:srgbClr val="001F5F"/>
                </a:solidFill>
                <a:latin typeface="Arial MT"/>
                <a:cs typeface="Arial MT"/>
              </a:rPr>
              <a:t>Midwest,</a:t>
            </a:r>
            <a:r>
              <a:rPr sz="1800" spc="-25" dirty="0">
                <a:solidFill>
                  <a:srgbClr val="001F5F"/>
                </a:solidFill>
                <a:latin typeface="Arial MT"/>
                <a:cs typeface="Arial MT"/>
              </a:rPr>
              <a:t> </a:t>
            </a:r>
            <a:r>
              <a:rPr sz="1800" spc="-165" dirty="0">
                <a:solidFill>
                  <a:srgbClr val="001F5F"/>
                </a:solidFill>
                <a:latin typeface="Arial MT"/>
                <a:cs typeface="Arial MT"/>
              </a:rPr>
              <a:t>Los</a:t>
            </a:r>
            <a:r>
              <a:rPr sz="1800" spc="40" dirty="0">
                <a:solidFill>
                  <a:srgbClr val="001F5F"/>
                </a:solidFill>
                <a:latin typeface="Arial MT"/>
                <a:cs typeface="Arial MT"/>
              </a:rPr>
              <a:t> </a:t>
            </a:r>
            <a:r>
              <a:rPr sz="1800" spc="-120" dirty="0">
                <a:solidFill>
                  <a:srgbClr val="001F5F"/>
                </a:solidFill>
                <a:latin typeface="Arial MT"/>
                <a:cs typeface="Arial MT"/>
              </a:rPr>
              <a:t>Angeles</a:t>
            </a:r>
            <a:r>
              <a:rPr sz="1800" spc="-5" dirty="0">
                <a:solidFill>
                  <a:srgbClr val="001F5F"/>
                </a:solidFill>
                <a:latin typeface="Arial MT"/>
                <a:cs typeface="Arial MT"/>
              </a:rPr>
              <a:t> </a:t>
            </a:r>
            <a:r>
              <a:rPr sz="1800" dirty="0">
                <a:solidFill>
                  <a:srgbClr val="001F5F"/>
                </a:solidFill>
                <a:latin typeface="Arial MT"/>
                <a:cs typeface="Arial MT"/>
              </a:rPr>
              <a:t>,</a:t>
            </a:r>
            <a:r>
              <a:rPr sz="1800" spc="-10" dirty="0">
                <a:solidFill>
                  <a:srgbClr val="001F5F"/>
                </a:solidFill>
                <a:latin typeface="Arial MT"/>
                <a:cs typeface="Arial MT"/>
              </a:rPr>
              <a:t> Boston.</a:t>
            </a:r>
            <a:endParaRPr sz="1800">
              <a:latin typeface="Arial MT"/>
              <a:cs typeface="Arial M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87323" y="0"/>
            <a:ext cx="71755" cy="1289685"/>
          </a:xfrm>
          <a:custGeom>
            <a:avLst/>
            <a:gdLst/>
            <a:ahLst/>
            <a:cxnLst/>
            <a:rect l="l" t="t" r="r" b="b"/>
            <a:pathLst>
              <a:path w="71754" h="1289685">
                <a:moveTo>
                  <a:pt x="71628" y="0"/>
                </a:moveTo>
                <a:lnTo>
                  <a:pt x="0" y="0"/>
                </a:lnTo>
                <a:lnTo>
                  <a:pt x="0" y="1289303"/>
                </a:lnTo>
                <a:lnTo>
                  <a:pt x="71628" y="1289303"/>
                </a:lnTo>
                <a:lnTo>
                  <a:pt x="71628" y="0"/>
                </a:lnTo>
                <a:close/>
              </a:path>
            </a:pathLst>
          </a:custGeom>
          <a:solidFill>
            <a:srgbClr val="FFFFFF"/>
          </a:solidFill>
        </p:spPr>
        <p:txBody>
          <a:bodyPr wrap="square" lIns="0" tIns="0" rIns="0" bIns="0" rtlCol="0"/>
          <a:lstStyle/>
          <a:p/>
        </p:txBody>
      </p:sp>
      <p:sp>
        <p:nvSpPr>
          <p:cNvPr id="3" name="object 3"/>
          <p:cNvSpPr/>
          <p:nvPr/>
        </p:nvSpPr>
        <p:spPr>
          <a:xfrm>
            <a:off x="11190731" y="801623"/>
            <a:ext cx="1001394" cy="0"/>
          </a:xfrm>
          <a:custGeom>
            <a:avLst/>
            <a:gdLst/>
            <a:ahLst/>
            <a:cxnLst/>
            <a:rect l="l" t="t" r="r" b="b"/>
            <a:pathLst>
              <a:path w="1001395">
                <a:moveTo>
                  <a:pt x="0" y="0"/>
                </a:moveTo>
                <a:lnTo>
                  <a:pt x="1001268" y="0"/>
                </a:lnTo>
              </a:path>
            </a:pathLst>
          </a:custGeom>
          <a:ln w="6350">
            <a:solidFill>
              <a:srgbClr val="44536A"/>
            </a:solidFill>
          </a:ln>
        </p:spPr>
        <p:txBody>
          <a:bodyPr wrap="square" lIns="0" tIns="0" rIns="0" bIns="0" rtlCol="0"/>
          <a:lstStyle/>
          <a:p/>
        </p:txBody>
      </p:sp>
      <p:sp>
        <p:nvSpPr>
          <p:cNvPr id="4" name="object 4"/>
          <p:cNvSpPr/>
          <p:nvPr/>
        </p:nvSpPr>
        <p:spPr>
          <a:xfrm>
            <a:off x="11663933" y="6300978"/>
            <a:ext cx="0" cy="558165"/>
          </a:xfrm>
          <a:custGeom>
            <a:avLst/>
            <a:gdLst/>
            <a:ahLst/>
            <a:cxnLst/>
            <a:rect l="l" t="t" r="r" b="b"/>
            <a:pathLst>
              <a:path h="558165">
                <a:moveTo>
                  <a:pt x="0" y="557783"/>
                </a:moveTo>
                <a:lnTo>
                  <a:pt x="0" y="0"/>
                </a:lnTo>
              </a:path>
            </a:pathLst>
          </a:custGeom>
          <a:ln w="19050">
            <a:solidFill>
              <a:srgbClr val="44536A"/>
            </a:solidFill>
          </a:ln>
        </p:spPr>
        <p:txBody>
          <a:bodyPr wrap="square" lIns="0" tIns="0" rIns="0" bIns="0" rtlCol="0"/>
          <a:lstStyle/>
          <a:p/>
        </p:txBody>
      </p:sp>
      <p:sp>
        <p:nvSpPr>
          <p:cNvPr id="5" name="object 5" descr="$PPTXTitle"/>
          <p:cNvSpPr txBox="1">
            <a:spLocks noGrp="1"/>
          </p:cNvSpPr>
          <p:nvPr>
            <p:ph type="title"/>
          </p:nvPr>
        </p:nvSpPr>
        <p:spPr>
          <a:xfrm>
            <a:off x="1101344" y="202184"/>
            <a:ext cx="10213340" cy="574040"/>
          </a:xfrm>
          <a:prstGeom prst="rect">
            <a:avLst/>
          </a:prstGeom>
        </p:spPr>
        <p:txBody>
          <a:bodyPr vert="horz" wrap="square" lIns="0" tIns="12700" rIns="0" bIns="0" rtlCol="0">
            <a:spAutoFit/>
          </a:bodyPr>
          <a:lstStyle/>
          <a:p>
            <a:pPr marL="12700">
              <a:lnSpc>
                <a:spcPct val="100000"/>
              </a:lnSpc>
              <a:spcBef>
                <a:spcPts val="100"/>
              </a:spcBef>
            </a:pPr>
            <a:r>
              <a:rPr sz="3600" spc="-25" dirty="0">
                <a:solidFill>
                  <a:srgbClr val="2D75B6"/>
                </a:solidFill>
              </a:rPr>
              <a:t>Alumni</a:t>
            </a:r>
            <a:r>
              <a:rPr sz="3600" spc="-160" dirty="0">
                <a:solidFill>
                  <a:srgbClr val="2D75B6"/>
                </a:solidFill>
              </a:rPr>
              <a:t> </a:t>
            </a:r>
            <a:r>
              <a:rPr sz="3600" spc="-10" dirty="0">
                <a:solidFill>
                  <a:srgbClr val="2D75B6"/>
                </a:solidFill>
              </a:rPr>
              <a:t>Association</a:t>
            </a:r>
            <a:r>
              <a:rPr sz="3600" spc="-155" dirty="0">
                <a:solidFill>
                  <a:srgbClr val="2D75B6"/>
                </a:solidFill>
              </a:rPr>
              <a:t> </a:t>
            </a:r>
            <a:r>
              <a:rPr sz="3600" dirty="0">
                <a:solidFill>
                  <a:srgbClr val="2D75B6"/>
                </a:solidFill>
              </a:rPr>
              <a:t>invites</a:t>
            </a:r>
            <a:r>
              <a:rPr sz="3600" spc="-155" dirty="0">
                <a:solidFill>
                  <a:srgbClr val="2D75B6"/>
                </a:solidFill>
              </a:rPr>
              <a:t> </a:t>
            </a:r>
            <a:r>
              <a:rPr sz="3600" dirty="0">
                <a:solidFill>
                  <a:srgbClr val="2D75B6"/>
                </a:solidFill>
              </a:rPr>
              <a:t>its</a:t>
            </a:r>
            <a:r>
              <a:rPr sz="3600" spc="-145" dirty="0">
                <a:solidFill>
                  <a:srgbClr val="2D75B6"/>
                </a:solidFill>
              </a:rPr>
              <a:t> </a:t>
            </a:r>
            <a:r>
              <a:rPr sz="3600" dirty="0">
                <a:solidFill>
                  <a:srgbClr val="2D75B6"/>
                </a:solidFill>
              </a:rPr>
              <a:t>alums</a:t>
            </a:r>
            <a:r>
              <a:rPr sz="3600" spc="-150" dirty="0">
                <a:solidFill>
                  <a:srgbClr val="2D75B6"/>
                </a:solidFill>
              </a:rPr>
              <a:t> </a:t>
            </a:r>
            <a:r>
              <a:rPr sz="3600" dirty="0">
                <a:solidFill>
                  <a:srgbClr val="2D75B6"/>
                </a:solidFill>
              </a:rPr>
              <a:t>to</a:t>
            </a:r>
            <a:r>
              <a:rPr sz="3600" spc="-114" dirty="0">
                <a:solidFill>
                  <a:srgbClr val="2D75B6"/>
                </a:solidFill>
              </a:rPr>
              <a:t> </a:t>
            </a:r>
            <a:r>
              <a:rPr sz="3600" spc="-10" dirty="0">
                <a:solidFill>
                  <a:srgbClr val="2D75B6"/>
                </a:solidFill>
              </a:rPr>
              <a:t>engage</a:t>
            </a:r>
            <a:endParaRPr sz="3600"/>
          </a:p>
        </p:txBody>
      </p:sp>
      <p:sp>
        <p:nvSpPr>
          <p:cNvPr id="6" name="object 6"/>
          <p:cNvSpPr txBox="1"/>
          <p:nvPr/>
        </p:nvSpPr>
        <p:spPr>
          <a:xfrm>
            <a:off x="997711" y="695655"/>
            <a:ext cx="8671560" cy="5584190"/>
          </a:xfrm>
          <a:prstGeom prst="rect">
            <a:avLst/>
          </a:prstGeom>
        </p:spPr>
        <p:txBody>
          <a:bodyPr vert="horz" wrap="square" lIns="0" tIns="12700" rIns="0" bIns="0" rtlCol="0">
            <a:spAutoFit/>
          </a:bodyPr>
          <a:lstStyle/>
          <a:p>
            <a:pPr marL="1765300">
              <a:lnSpc>
                <a:spcPct val="100000"/>
              </a:lnSpc>
              <a:spcBef>
                <a:spcPts val="100"/>
              </a:spcBef>
            </a:pPr>
            <a:r>
              <a:rPr sz="3600" b="1" dirty="0">
                <a:solidFill>
                  <a:srgbClr val="2D75B6"/>
                </a:solidFill>
                <a:latin typeface="Arial" panose="020B0604020202020204"/>
                <a:cs typeface="Arial" panose="020B0604020202020204"/>
              </a:rPr>
              <a:t>and</a:t>
            </a:r>
            <a:r>
              <a:rPr sz="3600" b="1" spc="5" dirty="0">
                <a:solidFill>
                  <a:srgbClr val="2D75B6"/>
                </a:solidFill>
                <a:latin typeface="Arial" panose="020B0604020202020204"/>
                <a:cs typeface="Arial" panose="020B0604020202020204"/>
              </a:rPr>
              <a:t> </a:t>
            </a:r>
            <a:r>
              <a:rPr sz="3600" b="1" dirty="0">
                <a:solidFill>
                  <a:srgbClr val="2D75B6"/>
                </a:solidFill>
                <a:latin typeface="Arial" panose="020B0604020202020204"/>
                <a:cs typeface="Arial" panose="020B0604020202020204"/>
              </a:rPr>
              <a:t>contribute</a:t>
            </a:r>
            <a:r>
              <a:rPr sz="3600" b="1" spc="-20" dirty="0">
                <a:solidFill>
                  <a:srgbClr val="2D75B6"/>
                </a:solidFill>
                <a:latin typeface="Arial" panose="020B0604020202020204"/>
                <a:cs typeface="Arial" panose="020B0604020202020204"/>
              </a:rPr>
              <a:t> </a:t>
            </a:r>
            <a:r>
              <a:rPr sz="3600" b="1" dirty="0">
                <a:solidFill>
                  <a:srgbClr val="2D75B6"/>
                </a:solidFill>
                <a:latin typeface="Arial" panose="020B0604020202020204"/>
                <a:cs typeface="Arial" panose="020B0604020202020204"/>
              </a:rPr>
              <a:t>in</a:t>
            </a:r>
            <a:r>
              <a:rPr sz="3600" b="1" spc="35" dirty="0">
                <a:solidFill>
                  <a:srgbClr val="2D75B6"/>
                </a:solidFill>
                <a:latin typeface="Arial" panose="020B0604020202020204"/>
                <a:cs typeface="Arial" panose="020B0604020202020204"/>
              </a:rPr>
              <a:t> </a:t>
            </a:r>
            <a:r>
              <a:rPr sz="3600" b="1" dirty="0">
                <a:solidFill>
                  <a:srgbClr val="2D75B6"/>
                </a:solidFill>
                <a:latin typeface="Arial" panose="020B0604020202020204"/>
                <a:cs typeface="Arial" panose="020B0604020202020204"/>
              </a:rPr>
              <a:t>various </a:t>
            </a:r>
            <a:r>
              <a:rPr sz="3600" b="1" spc="-10" dirty="0">
                <a:solidFill>
                  <a:srgbClr val="2D75B6"/>
                </a:solidFill>
                <a:latin typeface="Arial" panose="020B0604020202020204"/>
                <a:cs typeface="Arial" panose="020B0604020202020204"/>
              </a:rPr>
              <a:t>ways:</a:t>
            </a:r>
            <a:endParaRPr sz="3600">
              <a:latin typeface="Arial" panose="020B0604020202020204"/>
              <a:cs typeface="Arial" panose="020B0604020202020204"/>
            </a:endParaRPr>
          </a:p>
          <a:p>
            <a:pPr marL="299085" indent="-286385">
              <a:lnSpc>
                <a:spcPct val="100000"/>
              </a:lnSpc>
              <a:spcBef>
                <a:spcPts val="2415"/>
              </a:spcBef>
              <a:buFont typeface="Wingdings" panose="05000000000000000000"/>
              <a:buChar char=""/>
              <a:tabLst>
                <a:tab pos="299085" algn="l"/>
              </a:tabLst>
            </a:pPr>
            <a:r>
              <a:rPr sz="2000" b="1" spc="-120" dirty="0">
                <a:solidFill>
                  <a:srgbClr val="001F5F"/>
                </a:solidFill>
                <a:latin typeface="Arial" panose="020B0604020202020204"/>
                <a:cs typeface="Arial" panose="020B0604020202020204"/>
              </a:rPr>
              <a:t>Volunteer</a:t>
            </a:r>
            <a:r>
              <a:rPr sz="2000" b="1" spc="285" dirty="0">
                <a:solidFill>
                  <a:srgbClr val="001F5F"/>
                </a:solidFill>
                <a:latin typeface="Arial" panose="020B0604020202020204"/>
                <a:cs typeface="Arial" panose="020B0604020202020204"/>
              </a:rPr>
              <a:t> </a:t>
            </a:r>
            <a:r>
              <a:rPr sz="2000" b="1" spc="-235" dirty="0">
                <a:solidFill>
                  <a:srgbClr val="001F5F"/>
                </a:solidFill>
                <a:latin typeface="Arial" panose="020B0604020202020204"/>
                <a:cs typeface="Arial" panose="020B0604020202020204"/>
              </a:rPr>
              <a:t>and</a:t>
            </a:r>
            <a:r>
              <a:rPr sz="2000" b="1" spc="65" dirty="0">
                <a:solidFill>
                  <a:srgbClr val="001F5F"/>
                </a:solidFill>
                <a:latin typeface="Arial" panose="020B0604020202020204"/>
                <a:cs typeface="Arial" panose="020B0604020202020204"/>
              </a:rPr>
              <a:t> </a:t>
            </a:r>
            <a:r>
              <a:rPr sz="2000" b="1" spc="-200" dirty="0">
                <a:solidFill>
                  <a:srgbClr val="001F5F"/>
                </a:solidFill>
                <a:latin typeface="Arial" panose="020B0604020202020204"/>
                <a:cs typeface="Arial" panose="020B0604020202020204"/>
              </a:rPr>
              <a:t>be</a:t>
            </a:r>
            <a:r>
              <a:rPr sz="2000" b="1" spc="60" dirty="0">
                <a:solidFill>
                  <a:srgbClr val="001F5F"/>
                </a:solidFill>
                <a:latin typeface="Arial" panose="020B0604020202020204"/>
                <a:cs typeface="Arial" panose="020B0604020202020204"/>
              </a:rPr>
              <a:t> </a:t>
            </a:r>
            <a:r>
              <a:rPr sz="2000" b="1" spc="-85" dirty="0">
                <a:solidFill>
                  <a:srgbClr val="001F5F"/>
                </a:solidFill>
                <a:latin typeface="Arial" panose="020B0604020202020204"/>
                <a:cs typeface="Arial" panose="020B0604020202020204"/>
              </a:rPr>
              <a:t>part</a:t>
            </a:r>
            <a:r>
              <a:rPr sz="2000" b="1" spc="-20" dirty="0">
                <a:solidFill>
                  <a:srgbClr val="001F5F"/>
                </a:solidFill>
                <a:latin typeface="Arial" panose="020B0604020202020204"/>
                <a:cs typeface="Arial" panose="020B0604020202020204"/>
              </a:rPr>
              <a:t> </a:t>
            </a:r>
            <a:r>
              <a:rPr sz="2000" b="1" spc="-55" dirty="0">
                <a:solidFill>
                  <a:srgbClr val="001F5F"/>
                </a:solidFill>
                <a:latin typeface="Arial" panose="020B0604020202020204"/>
                <a:cs typeface="Arial" panose="020B0604020202020204"/>
              </a:rPr>
              <a:t>of</a:t>
            </a:r>
            <a:r>
              <a:rPr sz="2000" b="1" spc="-15" dirty="0">
                <a:solidFill>
                  <a:srgbClr val="001F5F"/>
                </a:solidFill>
                <a:latin typeface="Arial" panose="020B0604020202020204"/>
                <a:cs typeface="Arial" panose="020B0604020202020204"/>
              </a:rPr>
              <a:t> </a:t>
            </a:r>
            <a:r>
              <a:rPr sz="2000" b="1" spc="-70" dirty="0">
                <a:solidFill>
                  <a:srgbClr val="001F5F"/>
                </a:solidFill>
                <a:latin typeface="Arial" panose="020B0604020202020204"/>
                <a:cs typeface="Arial" panose="020B0604020202020204"/>
              </a:rPr>
              <a:t>the</a:t>
            </a:r>
            <a:r>
              <a:rPr sz="2000" b="1" spc="-10" dirty="0">
                <a:solidFill>
                  <a:srgbClr val="001F5F"/>
                </a:solidFill>
                <a:latin typeface="Arial" panose="020B0604020202020204"/>
                <a:cs typeface="Arial" panose="020B0604020202020204"/>
              </a:rPr>
              <a:t> </a:t>
            </a:r>
            <a:r>
              <a:rPr sz="2000" b="1" spc="-190" dirty="0">
                <a:solidFill>
                  <a:srgbClr val="001F5F"/>
                </a:solidFill>
                <a:latin typeface="Arial" panose="020B0604020202020204"/>
                <a:cs typeface="Arial" panose="020B0604020202020204"/>
              </a:rPr>
              <a:t>standing</a:t>
            </a:r>
            <a:r>
              <a:rPr sz="2000" b="1" spc="55" dirty="0">
                <a:solidFill>
                  <a:srgbClr val="001F5F"/>
                </a:solidFill>
                <a:latin typeface="Arial" panose="020B0604020202020204"/>
                <a:cs typeface="Arial" panose="020B0604020202020204"/>
              </a:rPr>
              <a:t> </a:t>
            </a:r>
            <a:r>
              <a:rPr sz="2000" b="1" spc="-40" dirty="0">
                <a:solidFill>
                  <a:srgbClr val="001F5F"/>
                </a:solidFill>
                <a:latin typeface="Arial" panose="020B0604020202020204"/>
                <a:cs typeface="Arial" panose="020B0604020202020204"/>
              </a:rPr>
              <a:t>committee</a:t>
            </a:r>
            <a:endParaRPr sz="2000">
              <a:latin typeface="Arial" panose="020B0604020202020204"/>
              <a:cs typeface="Arial" panose="020B0604020202020204"/>
            </a:endParaRPr>
          </a:p>
          <a:p>
            <a:pPr>
              <a:lnSpc>
                <a:spcPct val="100000"/>
              </a:lnSpc>
              <a:spcBef>
                <a:spcPts val="100"/>
              </a:spcBef>
              <a:buClr>
                <a:srgbClr val="001F5F"/>
              </a:buClr>
              <a:buFont typeface="Wingdings" panose="05000000000000000000"/>
              <a:buChar char=""/>
            </a:pPr>
            <a:endParaRPr sz="2000">
              <a:latin typeface="Arial" panose="020B0604020202020204"/>
              <a:cs typeface="Arial" panose="020B0604020202020204"/>
            </a:endParaRPr>
          </a:p>
          <a:p>
            <a:pPr marL="299085" indent="-286385">
              <a:lnSpc>
                <a:spcPct val="100000"/>
              </a:lnSpc>
              <a:buFont typeface="Wingdings" panose="05000000000000000000"/>
              <a:buChar char=""/>
              <a:tabLst>
                <a:tab pos="299085" algn="l"/>
              </a:tabLst>
            </a:pPr>
            <a:r>
              <a:rPr sz="2000" b="1" spc="-215" dirty="0">
                <a:solidFill>
                  <a:srgbClr val="001F5F"/>
                </a:solidFill>
                <a:latin typeface="Arial" panose="020B0604020202020204"/>
                <a:cs typeface="Arial" panose="020B0604020202020204"/>
              </a:rPr>
              <a:t>Assist</a:t>
            </a:r>
            <a:r>
              <a:rPr sz="2000" b="1" spc="60" dirty="0">
                <a:solidFill>
                  <a:srgbClr val="001F5F"/>
                </a:solidFill>
                <a:latin typeface="Arial" panose="020B0604020202020204"/>
                <a:cs typeface="Arial" panose="020B0604020202020204"/>
              </a:rPr>
              <a:t> </a:t>
            </a:r>
            <a:r>
              <a:rPr sz="2000" b="1" spc="-155" dirty="0">
                <a:solidFill>
                  <a:srgbClr val="001F5F"/>
                </a:solidFill>
                <a:latin typeface="Arial" panose="020B0604020202020204"/>
                <a:cs typeface="Arial" panose="020B0604020202020204"/>
              </a:rPr>
              <a:t>in</a:t>
            </a:r>
            <a:r>
              <a:rPr sz="2000" b="1" spc="75" dirty="0">
                <a:solidFill>
                  <a:srgbClr val="001F5F"/>
                </a:solidFill>
                <a:latin typeface="Arial" panose="020B0604020202020204"/>
                <a:cs typeface="Arial" panose="020B0604020202020204"/>
              </a:rPr>
              <a:t> </a:t>
            </a:r>
            <a:r>
              <a:rPr sz="2000" b="1" spc="-180" dirty="0">
                <a:solidFill>
                  <a:srgbClr val="001F5F"/>
                </a:solidFill>
                <a:latin typeface="Arial" panose="020B0604020202020204"/>
                <a:cs typeface="Arial" panose="020B0604020202020204"/>
              </a:rPr>
              <a:t>industry</a:t>
            </a:r>
            <a:r>
              <a:rPr sz="2000" b="1" spc="60" dirty="0">
                <a:solidFill>
                  <a:srgbClr val="001F5F"/>
                </a:solidFill>
                <a:latin typeface="Arial" panose="020B0604020202020204"/>
                <a:cs typeface="Arial" panose="020B0604020202020204"/>
              </a:rPr>
              <a:t> </a:t>
            </a:r>
            <a:r>
              <a:rPr sz="2000" b="1" spc="-35" dirty="0">
                <a:solidFill>
                  <a:srgbClr val="001F5F"/>
                </a:solidFill>
                <a:latin typeface="Arial" panose="020B0604020202020204"/>
                <a:cs typeface="Arial" panose="020B0604020202020204"/>
              </a:rPr>
              <a:t>connect</a:t>
            </a:r>
            <a:endParaRPr sz="2000">
              <a:latin typeface="Arial" panose="020B0604020202020204"/>
              <a:cs typeface="Arial" panose="020B0604020202020204"/>
            </a:endParaRPr>
          </a:p>
          <a:p>
            <a:pPr>
              <a:lnSpc>
                <a:spcPct val="100000"/>
              </a:lnSpc>
              <a:spcBef>
                <a:spcPts val="100"/>
              </a:spcBef>
              <a:buClr>
                <a:srgbClr val="001F5F"/>
              </a:buClr>
              <a:buFont typeface="Wingdings" panose="05000000000000000000"/>
              <a:buChar char=""/>
            </a:pPr>
            <a:endParaRPr sz="2000">
              <a:latin typeface="Arial" panose="020B0604020202020204"/>
              <a:cs typeface="Arial" panose="020B0604020202020204"/>
            </a:endParaRPr>
          </a:p>
          <a:p>
            <a:pPr marL="299085" indent="-286385">
              <a:lnSpc>
                <a:spcPct val="100000"/>
              </a:lnSpc>
              <a:buFont typeface="Wingdings" panose="05000000000000000000"/>
              <a:buChar char=""/>
              <a:tabLst>
                <a:tab pos="299085" algn="l"/>
              </a:tabLst>
            </a:pPr>
            <a:r>
              <a:rPr sz="2000" b="1" spc="-180" dirty="0">
                <a:solidFill>
                  <a:srgbClr val="001F5F"/>
                </a:solidFill>
                <a:latin typeface="Arial" panose="020B0604020202020204"/>
                <a:cs typeface="Arial" panose="020B0604020202020204"/>
              </a:rPr>
              <a:t>Involvement</a:t>
            </a:r>
            <a:r>
              <a:rPr sz="2000" b="1" spc="50" dirty="0">
                <a:solidFill>
                  <a:srgbClr val="001F5F"/>
                </a:solidFill>
                <a:latin typeface="Arial" panose="020B0604020202020204"/>
                <a:cs typeface="Arial" panose="020B0604020202020204"/>
              </a:rPr>
              <a:t> </a:t>
            </a:r>
            <a:r>
              <a:rPr sz="2000" b="1" spc="-145" dirty="0">
                <a:solidFill>
                  <a:srgbClr val="001F5F"/>
                </a:solidFill>
                <a:latin typeface="Arial" panose="020B0604020202020204"/>
                <a:cs typeface="Arial" panose="020B0604020202020204"/>
              </a:rPr>
              <a:t>with</a:t>
            </a:r>
            <a:r>
              <a:rPr sz="2000" b="1" spc="40" dirty="0">
                <a:solidFill>
                  <a:srgbClr val="001F5F"/>
                </a:solidFill>
                <a:latin typeface="Arial" panose="020B0604020202020204"/>
                <a:cs typeface="Arial" panose="020B0604020202020204"/>
              </a:rPr>
              <a:t> </a:t>
            </a:r>
            <a:r>
              <a:rPr sz="2000" b="1" spc="-70" dirty="0">
                <a:solidFill>
                  <a:srgbClr val="001F5F"/>
                </a:solidFill>
                <a:latin typeface="Arial" panose="020B0604020202020204"/>
                <a:cs typeface="Arial" panose="020B0604020202020204"/>
              </a:rPr>
              <a:t>the</a:t>
            </a:r>
            <a:r>
              <a:rPr sz="2000" b="1" spc="55" dirty="0">
                <a:solidFill>
                  <a:srgbClr val="001F5F"/>
                </a:solidFill>
                <a:latin typeface="Arial" panose="020B0604020202020204"/>
                <a:cs typeface="Arial" panose="020B0604020202020204"/>
              </a:rPr>
              <a:t> </a:t>
            </a:r>
            <a:r>
              <a:rPr sz="2000" b="1" spc="-185" dirty="0">
                <a:solidFill>
                  <a:srgbClr val="001F5F"/>
                </a:solidFill>
                <a:latin typeface="Arial" panose="020B0604020202020204"/>
                <a:cs typeface="Arial" panose="020B0604020202020204"/>
              </a:rPr>
              <a:t>incubation</a:t>
            </a:r>
            <a:r>
              <a:rPr sz="2000" b="1" spc="60" dirty="0">
                <a:solidFill>
                  <a:srgbClr val="001F5F"/>
                </a:solidFill>
                <a:latin typeface="Arial" panose="020B0604020202020204"/>
                <a:cs typeface="Arial" panose="020B0604020202020204"/>
              </a:rPr>
              <a:t> </a:t>
            </a:r>
            <a:r>
              <a:rPr sz="2000" b="1" spc="-10" dirty="0">
                <a:solidFill>
                  <a:srgbClr val="001F5F"/>
                </a:solidFill>
                <a:latin typeface="Arial" panose="020B0604020202020204"/>
                <a:cs typeface="Arial" panose="020B0604020202020204"/>
              </a:rPr>
              <a:t>centre</a:t>
            </a:r>
            <a:endParaRPr sz="2000">
              <a:latin typeface="Arial" panose="020B0604020202020204"/>
              <a:cs typeface="Arial" panose="020B0604020202020204"/>
            </a:endParaRPr>
          </a:p>
          <a:p>
            <a:pPr>
              <a:lnSpc>
                <a:spcPct val="100000"/>
              </a:lnSpc>
              <a:spcBef>
                <a:spcPts val="100"/>
              </a:spcBef>
              <a:buClr>
                <a:srgbClr val="001F5F"/>
              </a:buClr>
              <a:buFont typeface="Wingdings" panose="05000000000000000000"/>
              <a:buChar char=""/>
            </a:pPr>
            <a:endParaRPr sz="2000">
              <a:latin typeface="Arial" panose="020B0604020202020204"/>
              <a:cs typeface="Arial" panose="020B0604020202020204"/>
            </a:endParaRPr>
          </a:p>
          <a:p>
            <a:pPr marL="299085" indent="-286385">
              <a:lnSpc>
                <a:spcPct val="100000"/>
              </a:lnSpc>
              <a:buFont typeface="Wingdings" panose="05000000000000000000"/>
              <a:buChar char=""/>
              <a:tabLst>
                <a:tab pos="299085" algn="l"/>
              </a:tabLst>
            </a:pPr>
            <a:r>
              <a:rPr sz="2000" b="1" spc="-110" dirty="0">
                <a:solidFill>
                  <a:srgbClr val="001F5F"/>
                </a:solidFill>
                <a:latin typeface="Arial" panose="020B0604020202020204"/>
                <a:cs typeface="Arial" panose="020B0604020202020204"/>
              </a:rPr>
              <a:t>Mentor</a:t>
            </a:r>
            <a:r>
              <a:rPr sz="2000" b="1" spc="-25" dirty="0">
                <a:solidFill>
                  <a:srgbClr val="001F5F"/>
                </a:solidFill>
                <a:latin typeface="Arial" panose="020B0604020202020204"/>
                <a:cs typeface="Arial" panose="020B0604020202020204"/>
              </a:rPr>
              <a:t> </a:t>
            </a:r>
            <a:r>
              <a:rPr sz="2000" b="1" dirty="0">
                <a:solidFill>
                  <a:srgbClr val="001F5F"/>
                </a:solidFill>
                <a:latin typeface="Arial" panose="020B0604020202020204"/>
                <a:cs typeface="Arial" panose="020B0604020202020204"/>
              </a:rPr>
              <a:t>,</a:t>
            </a:r>
            <a:r>
              <a:rPr sz="2000" b="1" spc="20" dirty="0">
                <a:solidFill>
                  <a:srgbClr val="001F5F"/>
                </a:solidFill>
                <a:latin typeface="Arial" panose="020B0604020202020204"/>
                <a:cs typeface="Arial" panose="020B0604020202020204"/>
              </a:rPr>
              <a:t> </a:t>
            </a:r>
            <a:r>
              <a:rPr sz="2000" b="1" spc="-235" dirty="0">
                <a:solidFill>
                  <a:srgbClr val="001F5F"/>
                </a:solidFill>
                <a:latin typeface="Arial" panose="020B0604020202020204"/>
                <a:cs typeface="Arial" panose="020B0604020202020204"/>
              </a:rPr>
              <a:t>Coach</a:t>
            </a:r>
            <a:r>
              <a:rPr sz="2000" b="1" spc="75" dirty="0">
                <a:solidFill>
                  <a:srgbClr val="001F5F"/>
                </a:solidFill>
                <a:latin typeface="Arial" panose="020B0604020202020204"/>
                <a:cs typeface="Arial" panose="020B0604020202020204"/>
              </a:rPr>
              <a:t> </a:t>
            </a:r>
            <a:r>
              <a:rPr sz="2000" b="1" dirty="0">
                <a:solidFill>
                  <a:srgbClr val="001F5F"/>
                </a:solidFill>
                <a:latin typeface="Arial" panose="020B0604020202020204"/>
                <a:cs typeface="Arial" panose="020B0604020202020204"/>
              </a:rPr>
              <a:t>,</a:t>
            </a:r>
            <a:r>
              <a:rPr sz="2000" b="1" spc="25" dirty="0">
                <a:solidFill>
                  <a:srgbClr val="001F5F"/>
                </a:solidFill>
                <a:latin typeface="Arial" panose="020B0604020202020204"/>
                <a:cs typeface="Arial" panose="020B0604020202020204"/>
              </a:rPr>
              <a:t> </a:t>
            </a:r>
            <a:r>
              <a:rPr sz="2000" b="1" spc="-155" dirty="0">
                <a:solidFill>
                  <a:srgbClr val="001F5F"/>
                </a:solidFill>
                <a:latin typeface="Arial" panose="020B0604020202020204"/>
                <a:cs typeface="Arial" panose="020B0604020202020204"/>
              </a:rPr>
              <a:t>Invest</a:t>
            </a:r>
            <a:r>
              <a:rPr sz="2000" b="1" spc="25" dirty="0">
                <a:solidFill>
                  <a:srgbClr val="001F5F"/>
                </a:solidFill>
                <a:latin typeface="Arial" panose="020B0604020202020204"/>
                <a:cs typeface="Arial" panose="020B0604020202020204"/>
              </a:rPr>
              <a:t> </a:t>
            </a:r>
            <a:r>
              <a:rPr sz="2000" b="1" spc="-175" dirty="0">
                <a:solidFill>
                  <a:srgbClr val="001F5F"/>
                </a:solidFill>
                <a:latin typeface="Arial" panose="020B0604020202020204"/>
                <a:cs typeface="Arial" panose="020B0604020202020204"/>
              </a:rPr>
              <a:t>students</a:t>
            </a:r>
            <a:r>
              <a:rPr sz="2000" b="1" spc="35" dirty="0">
                <a:solidFill>
                  <a:srgbClr val="001F5F"/>
                </a:solidFill>
                <a:latin typeface="Arial" panose="020B0604020202020204"/>
                <a:cs typeface="Arial" panose="020B0604020202020204"/>
              </a:rPr>
              <a:t> </a:t>
            </a:r>
            <a:r>
              <a:rPr sz="2000" b="1" spc="-105" dirty="0">
                <a:solidFill>
                  <a:srgbClr val="001F5F"/>
                </a:solidFill>
                <a:latin typeface="Arial" panose="020B0604020202020204"/>
                <a:cs typeface="Arial" panose="020B0604020202020204"/>
              </a:rPr>
              <a:t>or</a:t>
            </a:r>
            <a:r>
              <a:rPr sz="2000" b="1" spc="35" dirty="0">
                <a:solidFill>
                  <a:srgbClr val="001F5F"/>
                </a:solidFill>
                <a:latin typeface="Arial" panose="020B0604020202020204"/>
                <a:cs typeface="Arial" panose="020B0604020202020204"/>
              </a:rPr>
              <a:t> </a:t>
            </a:r>
            <a:r>
              <a:rPr sz="2000" b="1" spc="-80" dirty="0">
                <a:solidFill>
                  <a:srgbClr val="001F5F"/>
                </a:solidFill>
                <a:latin typeface="Arial" panose="020B0604020202020204"/>
                <a:cs typeface="Arial" panose="020B0604020202020204"/>
              </a:rPr>
              <a:t>incubatees</a:t>
            </a:r>
            <a:endParaRPr sz="2000">
              <a:latin typeface="Arial" panose="020B0604020202020204"/>
              <a:cs typeface="Arial" panose="020B0604020202020204"/>
            </a:endParaRPr>
          </a:p>
          <a:p>
            <a:pPr>
              <a:lnSpc>
                <a:spcPct val="100000"/>
              </a:lnSpc>
              <a:spcBef>
                <a:spcPts val="105"/>
              </a:spcBef>
              <a:buClr>
                <a:srgbClr val="001F5F"/>
              </a:buClr>
              <a:buFont typeface="Wingdings" panose="05000000000000000000"/>
              <a:buChar char=""/>
            </a:pPr>
            <a:endParaRPr sz="2000">
              <a:latin typeface="Arial" panose="020B0604020202020204"/>
              <a:cs typeface="Arial" panose="020B0604020202020204"/>
            </a:endParaRPr>
          </a:p>
          <a:p>
            <a:pPr marL="299085" indent="-286385">
              <a:lnSpc>
                <a:spcPct val="100000"/>
              </a:lnSpc>
              <a:buFont typeface="Wingdings" panose="05000000000000000000"/>
              <a:buChar char=""/>
              <a:tabLst>
                <a:tab pos="299085" algn="l"/>
              </a:tabLst>
            </a:pPr>
            <a:r>
              <a:rPr sz="2000" b="1" spc="-150" dirty="0">
                <a:solidFill>
                  <a:srgbClr val="001F5F"/>
                </a:solidFill>
                <a:latin typeface="Arial" panose="020B0604020202020204"/>
                <a:cs typeface="Arial" panose="020B0604020202020204"/>
              </a:rPr>
              <a:t>Strategic</a:t>
            </a:r>
            <a:r>
              <a:rPr sz="2000" b="1" spc="15" dirty="0">
                <a:solidFill>
                  <a:srgbClr val="001F5F"/>
                </a:solidFill>
                <a:latin typeface="Arial" panose="020B0604020202020204"/>
                <a:cs typeface="Arial" panose="020B0604020202020204"/>
              </a:rPr>
              <a:t> </a:t>
            </a:r>
            <a:r>
              <a:rPr sz="2000" b="1" spc="-140" dirty="0">
                <a:solidFill>
                  <a:srgbClr val="001F5F"/>
                </a:solidFill>
                <a:latin typeface="Arial" panose="020B0604020202020204"/>
                <a:cs typeface="Arial" panose="020B0604020202020204"/>
              </a:rPr>
              <a:t>input</a:t>
            </a:r>
            <a:r>
              <a:rPr sz="2000" b="1" spc="60" dirty="0">
                <a:solidFill>
                  <a:srgbClr val="001F5F"/>
                </a:solidFill>
                <a:latin typeface="Arial" panose="020B0604020202020204"/>
                <a:cs typeface="Arial" panose="020B0604020202020204"/>
              </a:rPr>
              <a:t> </a:t>
            </a:r>
            <a:r>
              <a:rPr sz="2000" b="1" spc="-235" dirty="0">
                <a:solidFill>
                  <a:srgbClr val="001F5F"/>
                </a:solidFill>
                <a:latin typeface="Arial" panose="020B0604020202020204"/>
                <a:cs typeface="Arial" panose="020B0604020202020204"/>
              </a:rPr>
              <a:t>and</a:t>
            </a:r>
            <a:r>
              <a:rPr sz="2000" b="1" spc="65" dirty="0">
                <a:solidFill>
                  <a:srgbClr val="001F5F"/>
                </a:solidFill>
                <a:latin typeface="Arial" panose="020B0604020202020204"/>
                <a:cs typeface="Arial" panose="020B0604020202020204"/>
              </a:rPr>
              <a:t> </a:t>
            </a:r>
            <a:r>
              <a:rPr sz="2000" b="1" spc="-65" dirty="0">
                <a:solidFill>
                  <a:srgbClr val="001F5F"/>
                </a:solidFill>
                <a:latin typeface="Arial" panose="020B0604020202020204"/>
                <a:cs typeface="Arial" panose="020B0604020202020204"/>
              </a:rPr>
              <a:t>feedback</a:t>
            </a:r>
            <a:endParaRPr sz="2000">
              <a:latin typeface="Arial" panose="020B0604020202020204"/>
              <a:cs typeface="Arial" panose="020B0604020202020204"/>
            </a:endParaRPr>
          </a:p>
          <a:p>
            <a:pPr>
              <a:lnSpc>
                <a:spcPct val="100000"/>
              </a:lnSpc>
              <a:spcBef>
                <a:spcPts val="100"/>
              </a:spcBef>
              <a:buClr>
                <a:srgbClr val="001F5F"/>
              </a:buClr>
              <a:buFont typeface="Wingdings" panose="05000000000000000000"/>
              <a:buChar char=""/>
            </a:pPr>
            <a:endParaRPr sz="2000">
              <a:latin typeface="Arial" panose="020B0604020202020204"/>
              <a:cs typeface="Arial" panose="020B0604020202020204"/>
            </a:endParaRPr>
          </a:p>
          <a:p>
            <a:pPr marL="299085" indent="-286385">
              <a:lnSpc>
                <a:spcPct val="100000"/>
              </a:lnSpc>
              <a:buFont typeface="Wingdings" panose="05000000000000000000"/>
              <a:buChar char=""/>
              <a:tabLst>
                <a:tab pos="299085" algn="l"/>
              </a:tabLst>
            </a:pPr>
            <a:r>
              <a:rPr sz="2000" b="1" spc="-285" dirty="0">
                <a:solidFill>
                  <a:srgbClr val="001F5F"/>
                </a:solidFill>
                <a:latin typeface="Arial" panose="020B0604020202020204"/>
                <a:cs typeface="Arial" panose="020B0604020202020204"/>
              </a:rPr>
              <a:t>Be</a:t>
            </a:r>
            <a:r>
              <a:rPr sz="2000" b="1" spc="75" dirty="0">
                <a:solidFill>
                  <a:srgbClr val="001F5F"/>
                </a:solidFill>
                <a:latin typeface="Arial" panose="020B0604020202020204"/>
                <a:cs typeface="Arial" panose="020B0604020202020204"/>
              </a:rPr>
              <a:t> </a:t>
            </a:r>
            <a:r>
              <a:rPr sz="2000" b="1" spc="-85" dirty="0">
                <a:solidFill>
                  <a:srgbClr val="001F5F"/>
                </a:solidFill>
                <a:latin typeface="Arial" panose="020B0604020202020204"/>
                <a:cs typeface="Arial" panose="020B0604020202020204"/>
              </a:rPr>
              <a:t>part</a:t>
            </a:r>
            <a:r>
              <a:rPr sz="2000" b="1" spc="-55" dirty="0">
                <a:solidFill>
                  <a:srgbClr val="001F5F"/>
                </a:solidFill>
                <a:latin typeface="Arial" panose="020B0604020202020204"/>
                <a:cs typeface="Arial" panose="020B0604020202020204"/>
              </a:rPr>
              <a:t> of</a:t>
            </a:r>
            <a:r>
              <a:rPr sz="2000" b="1" spc="-80" dirty="0">
                <a:solidFill>
                  <a:srgbClr val="001F5F"/>
                </a:solidFill>
                <a:latin typeface="Arial" panose="020B0604020202020204"/>
                <a:cs typeface="Arial" panose="020B0604020202020204"/>
              </a:rPr>
              <a:t> </a:t>
            </a:r>
            <a:r>
              <a:rPr sz="2000" b="1" spc="-70" dirty="0">
                <a:solidFill>
                  <a:srgbClr val="001F5F"/>
                </a:solidFill>
                <a:latin typeface="Arial" panose="020B0604020202020204"/>
                <a:cs typeface="Arial" panose="020B0604020202020204"/>
              </a:rPr>
              <a:t>the</a:t>
            </a:r>
            <a:r>
              <a:rPr sz="2000" b="1" spc="-15" dirty="0">
                <a:solidFill>
                  <a:srgbClr val="001F5F"/>
                </a:solidFill>
                <a:latin typeface="Arial" panose="020B0604020202020204"/>
                <a:cs typeface="Arial" panose="020B0604020202020204"/>
              </a:rPr>
              <a:t> </a:t>
            </a:r>
            <a:r>
              <a:rPr lang="en-US" altLang="" sz="2000" b="1" spc="-85" dirty="0">
                <a:solidFill>
                  <a:srgbClr val="001F5F"/>
                </a:solidFill>
                <a:latin typeface="Arial" panose="020B0604020202020204"/>
                <a:cs typeface="Arial" panose="020B0604020202020204"/>
              </a:rPr>
              <a:t>SDCET </a:t>
            </a:r>
            <a:r>
              <a:rPr sz="2000" b="1" spc="-190" dirty="0">
                <a:solidFill>
                  <a:srgbClr val="001F5F"/>
                </a:solidFill>
                <a:latin typeface="Arial" panose="020B0604020202020204"/>
                <a:cs typeface="Arial" panose="020B0604020202020204"/>
              </a:rPr>
              <a:t>development</a:t>
            </a:r>
            <a:r>
              <a:rPr sz="2000" b="1" spc="55" dirty="0">
                <a:solidFill>
                  <a:srgbClr val="001F5F"/>
                </a:solidFill>
                <a:latin typeface="Arial" panose="020B0604020202020204"/>
                <a:cs typeface="Arial" panose="020B0604020202020204"/>
              </a:rPr>
              <a:t> </a:t>
            </a:r>
            <a:r>
              <a:rPr sz="2000" b="1" spc="-70" dirty="0">
                <a:solidFill>
                  <a:srgbClr val="001F5F"/>
                </a:solidFill>
                <a:latin typeface="Arial" panose="020B0604020202020204"/>
                <a:cs typeface="Arial" panose="020B0604020202020204"/>
              </a:rPr>
              <a:t>foundation</a:t>
            </a:r>
            <a:endParaRPr sz="2000">
              <a:latin typeface="Arial" panose="020B0604020202020204"/>
              <a:cs typeface="Arial" panose="020B0604020202020204"/>
            </a:endParaRPr>
          </a:p>
          <a:p>
            <a:pPr>
              <a:lnSpc>
                <a:spcPct val="100000"/>
              </a:lnSpc>
              <a:spcBef>
                <a:spcPts val="100"/>
              </a:spcBef>
              <a:buClr>
                <a:srgbClr val="001F5F"/>
              </a:buClr>
              <a:buFont typeface="Wingdings" panose="05000000000000000000"/>
              <a:buChar char=""/>
            </a:pPr>
            <a:endParaRPr sz="2000">
              <a:latin typeface="Arial" panose="020B0604020202020204"/>
              <a:cs typeface="Arial" panose="020B0604020202020204"/>
            </a:endParaRPr>
          </a:p>
          <a:p>
            <a:pPr marL="299085" indent="-286385">
              <a:lnSpc>
                <a:spcPct val="100000"/>
              </a:lnSpc>
              <a:buFont typeface="Wingdings" panose="05000000000000000000"/>
              <a:buChar char=""/>
              <a:tabLst>
                <a:tab pos="299085" algn="l"/>
              </a:tabLst>
            </a:pPr>
            <a:r>
              <a:rPr sz="2000" b="1" spc="-200" dirty="0">
                <a:solidFill>
                  <a:srgbClr val="001F5F"/>
                </a:solidFill>
                <a:latin typeface="Arial" panose="020B0604020202020204"/>
                <a:cs typeface="Arial" panose="020B0604020202020204"/>
              </a:rPr>
              <a:t>Rejuvenate</a:t>
            </a:r>
            <a:r>
              <a:rPr sz="2000" b="1" spc="60" dirty="0">
                <a:solidFill>
                  <a:srgbClr val="001F5F"/>
                </a:solidFill>
                <a:latin typeface="Arial" panose="020B0604020202020204"/>
                <a:cs typeface="Arial" panose="020B0604020202020204"/>
              </a:rPr>
              <a:t> </a:t>
            </a:r>
            <a:r>
              <a:rPr sz="2000" b="1" spc="-114" dirty="0">
                <a:solidFill>
                  <a:srgbClr val="001F5F"/>
                </a:solidFill>
                <a:latin typeface="Arial" panose="020B0604020202020204"/>
                <a:cs typeface="Arial" panose="020B0604020202020204"/>
              </a:rPr>
              <a:t>or</a:t>
            </a:r>
            <a:r>
              <a:rPr sz="2000" b="1" spc="-15" dirty="0">
                <a:solidFill>
                  <a:srgbClr val="001F5F"/>
                </a:solidFill>
                <a:latin typeface="Arial" panose="020B0604020202020204"/>
                <a:cs typeface="Arial" panose="020B0604020202020204"/>
              </a:rPr>
              <a:t> </a:t>
            </a:r>
            <a:r>
              <a:rPr sz="2000" b="1" spc="-170" dirty="0">
                <a:solidFill>
                  <a:srgbClr val="001F5F"/>
                </a:solidFill>
                <a:latin typeface="Arial" panose="020B0604020202020204"/>
                <a:cs typeface="Arial" panose="020B0604020202020204"/>
              </a:rPr>
              <a:t>lead</a:t>
            </a:r>
            <a:r>
              <a:rPr sz="2000" b="1" spc="35" dirty="0">
                <a:solidFill>
                  <a:srgbClr val="001F5F"/>
                </a:solidFill>
                <a:latin typeface="Arial" panose="020B0604020202020204"/>
                <a:cs typeface="Arial" panose="020B0604020202020204"/>
              </a:rPr>
              <a:t> </a:t>
            </a:r>
            <a:r>
              <a:rPr sz="2000" b="1" spc="-80" dirty="0">
                <a:solidFill>
                  <a:srgbClr val="001F5F"/>
                </a:solidFill>
                <a:latin typeface="Arial" panose="020B0604020202020204"/>
                <a:cs typeface="Arial" panose="020B0604020202020204"/>
              </a:rPr>
              <a:t>the</a:t>
            </a:r>
            <a:r>
              <a:rPr sz="2000" b="1" spc="40" dirty="0">
                <a:solidFill>
                  <a:srgbClr val="001F5F"/>
                </a:solidFill>
                <a:latin typeface="Arial" panose="020B0604020202020204"/>
                <a:cs typeface="Arial" panose="020B0604020202020204"/>
              </a:rPr>
              <a:t> </a:t>
            </a:r>
            <a:r>
              <a:rPr sz="2000" b="1" spc="-150" dirty="0">
                <a:solidFill>
                  <a:srgbClr val="001F5F"/>
                </a:solidFill>
                <a:latin typeface="Arial" panose="020B0604020202020204"/>
                <a:cs typeface="Arial" panose="020B0604020202020204"/>
              </a:rPr>
              <a:t>chapter</a:t>
            </a:r>
            <a:r>
              <a:rPr sz="2000" b="1" spc="45" dirty="0">
                <a:solidFill>
                  <a:srgbClr val="001F5F"/>
                </a:solidFill>
                <a:latin typeface="Arial" panose="020B0604020202020204"/>
                <a:cs typeface="Arial" panose="020B0604020202020204"/>
              </a:rPr>
              <a:t> </a:t>
            </a:r>
            <a:r>
              <a:rPr sz="2000" b="1" spc="-135" dirty="0">
                <a:solidFill>
                  <a:srgbClr val="001F5F"/>
                </a:solidFill>
                <a:latin typeface="Arial" panose="020B0604020202020204"/>
                <a:cs typeface="Arial" panose="020B0604020202020204"/>
              </a:rPr>
              <a:t>or</a:t>
            </a:r>
            <a:r>
              <a:rPr sz="2000" b="1" spc="20" dirty="0">
                <a:solidFill>
                  <a:srgbClr val="001F5F"/>
                </a:solidFill>
                <a:latin typeface="Arial" panose="020B0604020202020204"/>
                <a:cs typeface="Arial" panose="020B0604020202020204"/>
              </a:rPr>
              <a:t> </a:t>
            </a:r>
            <a:r>
              <a:rPr sz="2000" b="1" spc="-235" dirty="0">
                <a:solidFill>
                  <a:srgbClr val="001F5F"/>
                </a:solidFill>
                <a:latin typeface="Arial" panose="020B0604020202020204"/>
                <a:cs typeface="Arial" panose="020B0604020202020204"/>
              </a:rPr>
              <a:t>cross</a:t>
            </a:r>
            <a:r>
              <a:rPr sz="2000" b="1" spc="75" dirty="0">
                <a:solidFill>
                  <a:srgbClr val="001F5F"/>
                </a:solidFill>
                <a:latin typeface="Arial" panose="020B0604020202020204"/>
                <a:cs typeface="Arial" panose="020B0604020202020204"/>
              </a:rPr>
              <a:t> </a:t>
            </a:r>
            <a:r>
              <a:rPr sz="2000" b="1" spc="-150" dirty="0">
                <a:solidFill>
                  <a:srgbClr val="001F5F"/>
                </a:solidFill>
                <a:latin typeface="Arial" panose="020B0604020202020204"/>
                <a:cs typeface="Arial" panose="020B0604020202020204"/>
              </a:rPr>
              <a:t>chapter</a:t>
            </a:r>
            <a:r>
              <a:rPr sz="2000" b="1" spc="50" dirty="0">
                <a:solidFill>
                  <a:srgbClr val="001F5F"/>
                </a:solidFill>
                <a:latin typeface="Arial" panose="020B0604020202020204"/>
                <a:cs typeface="Arial" panose="020B0604020202020204"/>
              </a:rPr>
              <a:t> </a:t>
            </a:r>
            <a:r>
              <a:rPr sz="2000" b="1" spc="-45" dirty="0">
                <a:solidFill>
                  <a:srgbClr val="001F5F"/>
                </a:solidFill>
                <a:latin typeface="Arial" panose="020B0604020202020204"/>
                <a:cs typeface="Arial" panose="020B0604020202020204"/>
              </a:rPr>
              <a:t>initiatives</a:t>
            </a:r>
            <a:endParaRPr sz="2000">
              <a:latin typeface="Arial" panose="020B0604020202020204"/>
              <a:cs typeface="Arial" panose="020B0604020202020204"/>
            </a:endParaRPr>
          </a:p>
          <a:p>
            <a:pPr>
              <a:lnSpc>
                <a:spcPct val="100000"/>
              </a:lnSpc>
              <a:spcBef>
                <a:spcPts val="100"/>
              </a:spcBef>
              <a:buClr>
                <a:srgbClr val="001F5F"/>
              </a:buClr>
              <a:buFont typeface="Wingdings" panose="05000000000000000000"/>
              <a:buChar char=""/>
            </a:pPr>
            <a:endParaRPr sz="2000">
              <a:latin typeface="Arial" panose="020B0604020202020204"/>
              <a:cs typeface="Arial" panose="020B0604020202020204"/>
            </a:endParaRPr>
          </a:p>
          <a:p>
            <a:pPr marL="12700" indent="0">
              <a:lnSpc>
                <a:spcPct val="100000"/>
              </a:lnSpc>
              <a:spcBef>
                <a:spcPts val="5"/>
              </a:spcBef>
              <a:buFont typeface="Wingdings" panose="05000000000000000000"/>
              <a:buNone/>
              <a:tabLst>
                <a:tab pos="299085" algn="l"/>
              </a:tabLst>
            </a:pPr>
            <a:endParaRPr sz="2000">
              <a:latin typeface="Arial" panose="020B0604020202020204"/>
              <a:cs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305793" y="6259169"/>
            <a:ext cx="208279" cy="208915"/>
          </a:xfrm>
          <a:prstGeom prst="rect">
            <a:avLst/>
          </a:prstGeom>
        </p:spPr>
        <p:txBody>
          <a:bodyPr vert="horz" wrap="square" lIns="0" tIns="12700" rIns="0" bIns="0" rtlCol="0">
            <a:spAutoFit/>
          </a:bodyPr>
          <a:lstStyle/>
          <a:p>
            <a:pPr marL="12700">
              <a:lnSpc>
                <a:spcPct val="100000"/>
              </a:lnSpc>
              <a:spcBef>
                <a:spcPts val="100"/>
              </a:spcBef>
            </a:pPr>
            <a:r>
              <a:rPr sz="1200" i="1" spc="-25" dirty="0">
                <a:solidFill>
                  <a:srgbClr val="44536A"/>
                </a:solidFill>
                <a:latin typeface="Arial" panose="020B0604020202020204"/>
                <a:cs typeface="Arial" panose="020B0604020202020204"/>
              </a:rPr>
              <a:t>44</a:t>
            </a:r>
            <a:endParaRPr sz="1200">
              <a:latin typeface="Arial" panose="020B0604020202020204"/>
              <a:cs typeface="Arial" panose="020B0604020202020204"/>
            </a:endParaRPr>
          </a:p>
        </p:txBody>
      </p:sp>
      <p:sp>
        <p:nvSpPr>
          <p:cNvPr id="4" name="object 4" descr="$PPTXTitle"/>
          <p:cNvSpPr txBox="1">
            <a:spLocks noGrp="1"/>
          </p:cNvSpPr>
          <p:nvPr>
            <p:ph type="title"/>
          </p:nvPr>
        </p:nvSpPr>
        <p:spPr>
          <a:xfrm>
            <a:off x="953135" y="3096260"/>
            <a:ext cx="10728960" cy="1365885"/>
          </a:xfrm>
          <a:prstGeom prst="rect">
            <a:avLst/>
          </a:prstGeom>
        </p:spPr>
        <p:txBody>
          <a:bodyPr vert="horz" wrap="square" lIns="0" tIns="12065" rIns="0" bIns="0" rtlCol="0">
            <a:spAutoFit/>
          </a:bodyPr>
          <a:lstStyle/>
          <a:p>
            <a:pPr marL="12700" algn="ctr">
              <a:lnSpc>
                <a:spcPct val="100000"/>
              </a:lnSpc>
              <a:spcBef>
                <a:spcPts val="95"/>
              </a:spcBef>
            </a:pPr>
            <a:r>
              <a:rPr sz="8800" spc="110" dirty="0">
                <a:solidFill>
                  <a:srgbClr val="2D75B6"/>
                </a:solidFill>
              </a:rPr>
              <a:t>Thank</a:t>
            </a:r>
            <a:r>
              <a:rPr sz="8800" spc="-35" dirty="0">
                <a:solidFill>
                  <a:srgbClr val="2D75B6"/>
                </a:solidFill>
              </a:rPr>
              <a:t> </a:t>
            </a:r>
            <a:r>
              <a:rPr sz="8800" spc="-25" dirty="0">
                <a:solidFill>
                  <a:srgbClr val="2D75B6"/>
                </a:solidFill>
              </a:rPr>
              <a:t>you</a:t>
            </a:r>
            <a:endParaRPr sz="88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7E5F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7695</Words>
  <Application>WPS Presentation</Application>
  <PresentationFormat>On-screen Show (4:3)</PresentationFormat>
  <Paragraphs>315</Paragraphs>
  <Slides>25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25</vt:i4>
      </vt:variant>
    </vt:vector>
  </HeadingPairs>
  <TitlesOfParts>
    <vt:vector size="36" baseType="lpstr">
      <vt:lpstr>Arial</vt:lpstr>
      <vt:lpstr>SimSun</vt:lpstr>
      <vt:lpstr>Wingdings</vt:lpstr>
      <vt:lpstr>Arial</vt:lpstr>
      <vt:lpstr>Arial MT</vt:lpstr>
      <vt:lpstr>Microsoft YaHei</vt:lpstr>
      <vt:lpstr>Arial Unicode MS</vt:lpstr>
      <vt:lpstr>Calibri</vt:lpstr>
      <vt:lpstr>Wingdings</vt:lpstr>
      <vt:lpstr>Tahoma</vt:lpstr>
      <vt:lpstr>Office Theme</vt:lpstr>
      <vt:lpstr>S.D. COLLEGE OF ENGINEERING &amp; TECHNOLOGY MUZAFFARNAGAR (UP)</vt:lpstr>
      <vt:lpstr>Purpose as per the Constitution</vt:lpstr>
      <vt:lpstr>PowerPoint 演示文稿</vt:lpstr>
      <vt:lpstr>PowerPoint 演示文稿</vt:lpstr>
      <vt:lpstr>PowerPoint 演示文稿</vt:lpstr>
      <vt:lpstr>Young Rising Alumnus</vt:lpstr>
      <vt:lpstr>Young Rising Alumnus</vt:lpstr>
      <vt:lpstr>Young Rising Alumnus</vt:lpstr>
      <vt:lpstr>Young Rising Alumnus</vt:lpstr>
      <vt:lpstr>Young Rising Alumnus</vt:lpstr>
      <vt:lpstr>Young Rising Alumnus</vt:lpstr>
      <vt:lpstr>Young Rising Alumnus</vt:lpstr>
      <vt:lpstr>Young Rising Alumnus</vt:lpstr>
      <vt:lpstr>Young Rising Alumnus</vt:lpstr>
      <vt:lpstr>Young Rising Alumnus</vt:lpstr>
      <vt:lpstr>Young Rising Alumnus</vt:lpstr>
      <vt:lpstr>Young Rising Alumnus</vt:lpstr>
      <vt:lpstr>Young Rising Alumnus</vt:lpstr>
      <vt:lpstr>Young Rising Alumnus</vt:lpstr>
      <vt:lpstr>Young Rising Alumnus</vt:lpstr>
      <vt:lpstr>Young Rising Alumnus</vt:lpstr>
      <vt:lpstr>PowerPoint 演示文稿</vt:lpstr>
      <vt:lpstr>Improve chapter integration and activities		</vt:lpstr>
      <vt:lpstr>Alumni Association invites its alums to engage</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ALUMNI ASSOCIATIONS.D. COLLEGE OF ENGINEERING &amp; TECHNOLOGY MUZAFFARNAGAR (UP)</dc:title>
  <dc:creator>Sakshii</dc:creator>
  <cp:lastModifiedBy>Parul Gupta</cp:lastModifiedBy>
  <cp:revision>21</cp:revision>
  <dcterms:created xsi:type="dcterms:W3CDTF">2026-08-05T06:23:00Z</dcterms:created>
  <dcterms:modified xsi:type="dcterms:W3CDTF">2026-08-07T08:49:44Z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2021-02-26T11:00:00Z</vt:filetime>
  </property>
  <property fmtid="{D5CDD505-2E9C-101B-9397-08002B2CF9AE}" pid="4" name="Creator">
    <vt:lpwstr>Microsoft® PowerPoint® 2019</vt:lpwstr>
  </property>
  <property fmtid="{D5CDD505-2E9C-101B-9397-08002B2CF9AE}" pid="5" name="LastSaved">
    <vt:filetime>2026-08-05T11:00:00Z</vt:filetime>
  </property>
  <property fmtid="{D5CDD505-2E9C-101B-9397-08002B2CF9AE}" pid="6" name="Producer">
    <vt:lpwstr>Microsoft® PowerPoint® 2019</vt:lpwstr>
  </property>
  <property fmtid="{D5CDD505-2E9C-101B-9397-08002B2CF9AE}" pid="7" name="ICV">
    <vt:lpwstr>05C835D5614E4508818441BB6F2CBE94_13</vt:lpwstr>
  </property>
  <property fmtid="{D5CDD505-2E9C-101B-9397-08002B2CF9AE}" pid="8" name="KSOProductBuildVer">
    <vt:lpwstr>1033-12.1.0.28032</vt:lpwstr>
  </property>
</Properties>
</file>